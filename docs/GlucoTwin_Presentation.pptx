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86a1f102734497d" /><Relationship Type="http://schemas.openxmlformats.org/officeDocument/2006/relationships/extended-properties" Target="/docProps/app.xml" Id="R85a683e2415f41b5" /><Relationship Type="http://schemas.openxmlformats.org/officeDocument/2006/relationships/officeDocument" Target="/ppt/presentation.xml" Id="R79c51f2b8a0b41f8" /></Relationships>
</file>

<file path=ppt/presentation.xml><?xml version="1.0" encoding="utf-8"?>
<p:presentation xmlns:p="http://schemas.openxmlformats.org/presentationml/2006/main">
  <p:sldMasterIdLst>
    <p:sldMasterId xmlns:r="http://schemas.openxmlformats.org/officeDocument/2006/relationships" id="2147483648" r:id="Rd15d86bbcae148ad"/>
  </p:sldMasterIdLst>
  <p:notesMasterIdLst>
    <p:notesMasterId xmlns:r="http://schemas.openxmlformats.org/officeDocument/2006/relationships" r:id="Rea7f204c31124273"/>
  </p:notesMasterIdLst>
  <p:sldIdLst>
    <p:sldId xmlns:r="http://schemas.openxmlformats.org/officeDocument/2006/relationships" id="256" r:id="R2d77350c63c34c8e"/>
    <p:sldId xmlns:r="http://schemas.openxmlformats.org/officeDocument/2006/relationships" id="257" r:id="R87d227151e7f4938"/>
    <p:sldId xmlns:r="http://schemas.openxmlformats.org/officeDocument/2006/relationships" id="258" r:id="Rfd5f6346ea37485e"/>
    <p:sldId xmlns:r="http://schemas.openxmlformats.org/officeDocument/2006/relationships" id="259" r:id="R97027aaaac2b4c86"/>
    <p:sldId xmlns:r="http://schemas.openxmlformats.org/officeDocument/2006/relationships" id="260" r:id="R8fb0b36ff3a248ed"/>
    <p:sldId xmlns:r="http://schemas.openxmlformats.org/officeDocument/2006/relationships" id="261" r:id="Red5fb8272b144888"/>
    <p:sldId xmlns:r="http://schemas.openxmlformats.org/officeDocument/2006/relationships" id="262" r:id="Rc1218d10bfca4c0d"/>
    <p:sldId xmlns:r="http://schemas.openxmlformats.org/officeDocument/2006/relationships" id="263" r:id="R34007a4fe10c49f4"/>
    <p:sldId xmlns:r="http://schemas.openxmlformats.org/officeDocument/2006/relationships" id="264" r:id="Rb71ea5541c2f441f"/>
    <p:sldId xmlns:r="http://schemas.openxmlformats.org/officeDocument/2006/relationships" id="265" r:id="R44dfab3525084f72"/>
    <p:sldId xmlns:r="http://schemas.openxmlformats.org/officeDocument/2006/relationships" id="266" r:id="Re48060f5eba64b78"/>
    <p:sldId xmlns:r="http://schemas.openxmlformats.org/officeDocument/2006/relationships" id="267" r:id="R3cd8cd4b13f64f45"/>
    <p:sldId xmlns:r="http://schemas.openxmlformats.org/officeDocument/2006/relationships" id="268" r:id="R972e8d170c454994"/>
    <p:sldId xmlns:r="http://schemas.openxmlformats.org/officeDocument/2006/relationships" id="269" r:id="R6bab6de297e44ac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cfaa7914b4f4f2d" /><Relationship Type="http://schemas.openxmlformats.org/officeDocument/2006/relationships/slideMaster" Target="/ppt/slideMasters/slideMaster1.xml" Id="Rd15d86bbcae148ad" /><Relationship Type="http://schemas.openxmlformats.org/officeDocument/2006/relationships/notesMaster" Target="/ppt/notesMasters/notesMaster1.xml" Id="Rea7f204c31124273" /><Relationship Type="http://schemas.openxmlformats.org/officeDocument/2006/relationships/presProps" Target="/ppt/presProps.xml" Id="Re83a8532a6424c11" /><Relationship Type="http://schemas.openxmlformats.org/officeDocument/2006/relationships/tableStyles" Target="/ppt/tableStyles.xml" Id="Rf846c71bc3094c8d" /><Relationship Type="http://schemas.openxmlformats.org/officeDocument/2006/relationships/slide" Target="/ppt/slides/slide1.xml" Id="R2d77350c63c34c8e" /><Relationship Type="http://schemas.openxmlformats.org/officeDocument/2006/relationships/slide" Target="/ppt/slides/slide2.xml" Id="R87d227151e7f4938" /><Relationship Type="http://schemas.openxmlformats.org/officeDocument/2006/relationships/slide" Target="/ppt/slides/slide3.xml" Id="Rfd5f6346ea37485e" /><Relationship Type="http://schemas.openxmlformats.org/officeDocument/2006/relationships/slide" Target="/ppt/slides/slide4.xml" Id="R97027aaaac2b4c86" /><Relationship Type="http://schemas.openxmlformats.org/officeDocument/2006/relationships/slide" Target="/ppt/slides/slide5.xml" Id="R8fb0b36ff3a248ed" /><Relationship Type="http://schemas.openxmlformats.org/officeDocument/2006/relationships/slide" Target="/ppt/slides/slide6.xml" Id="Red5fb8272b144888" /><Relationship Type="http://schemas.openxmlformats.org/officeDocument/2006/relationships/slide" Target="/ppt/slides/slide7.xml" Id="Rc1218d10bfca4c0d" /><Relationship Type="http://schemas.openxmlformats.org/officeDocument/2006/relationships/slide" Target="/ppt/slides/slide8.xml" Id="R34007a4fe10c49f4" /><Relationship Type="http://schemas.openxmlformats.org/officeDocument/2006/relationships/slide" Target="/ppt/slides/slide9.xml" Id="Rb71ea5541c2f441f" /><Relationship Type="http://schemas.openxmlformats.org/officeDocument/2006/relationships/slide" Target="/ppt/slides/slide10.xml" Id="R44dfab3525084f72" /><Relationship Type="http://schemas.openxmlformats.org/officeDocument/2006/relationships/slide" Target="/ppt/slides/slide11.xml" Id="Re48060f5eba64b78" /><Relationship Type="http://schemas.openxmlformats.org/officeDocument/2006/relationships/slide" Target="/ppt/slides/slide12.xml" Id="R3cd8cd4b13f64f45" /><Relationship Type="http://schemas.openxmlformats.org/officeDocument/2006/relationships/slide" Target="/ppt/slides/slide13.xml" Id="R972e8d170c454994" /><Relationship Type="http://schemas.openxmlformats.org/officeDocument/2006/relationships/slide" Target="/ppt/slides/slide14.xml" Id="R6bab6de297e44a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807199a12d0440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9de14d0584a4b59" /><Relationship Type="http://schemas.openxmlformats.org/officeDocument/2006/relationships/notesMaster" Target="/ppt/notesMasters/notesMaster1.xml" Id="R4486427f7f4946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3822bb58ef0b4d41" /><Relationship Type="http://schemas.openxmlformats.org/officeDocument/2006/relationships/notesMaster" Target="/ppt/notesMasters/notesMaster1.xml" Id="R274e27c08a944eab" /></Relationships>
</file>

<file path=ppt/notesSlides/_rels/notesSlide3.xml.rels>&#65279;<?xml version="1.0" encoding="utf-8"?><Relationships xmlns="http://schemas.openxmlformats.org/package/2006/relationships"><Relationship Type="http://schemas.openxmlformats.org/officeDocument/2006/relationships/slide" Target="/ppt/slides/slide3.xml" Id="Ra7c4931e9a3c469f" /><Relationship Type="http://schemas.openxmlformats.org/officeDocument/2006/relationships/notesMaster" Target="/ppt/notesMasters/notesMaster1.xml" Id="Rd6eba6190d714a34" /></Relationships>
</file>

<file path=ppt/notesSlides/_rels/notesSlide4.xml.rels>&#65279;<?xml version="1.0" encoding="utf-8"?><Relationships xmlns="http://schemas.openxmlformats.org/package/2006/relationships"><Relationship Type="http://schemas.openxmlformats.org/officeDocument/2006/relationships/slide" Target="/ppt/slides/slide4.xml" Id="Rfd6ed1f675054f43" /><Relationship Type="http://schemas.openxmlformats.org/officeDocument/2006/relationships/notesMaster" Target="/ppt/notesMasters/notesMaster1.xml" Id="R3e3e561535b14d5f" /></Relationships>
</file>

<file path=ppt/notesSlides/_rels/notesSlide5.xml.rels>&#65279;<?xml version="1.0" encoding="utf-8"?><Relationships xmlns="http://schemas.openxmlformats.org/package/2006/relationships"><Relationship Type="http://schemas.openxmlformats.org/officeDocument/2006/relationships/slide" Target="/ppt/slides/slide5.xml" Id="Re1f957b024a54d6f" /><Relationship Type="http://schemas.openxmlformats.org/officeDocument/2006/relationships/notesMaster" Target="/ppt/notesMasters/notesMaster1.xml" Id="Rce22e8659f7e422a" /></Relationships>
</file>

<file path=ppt/notesSlides/_rels/notesSlide6.xml.rels>&#65279;<?xml version="1.0" encoding="utf-8"?><Relationships xmlns="http://schemas.openxmlformats.org/package/2006/relationships"><Relationship Type="http://schemas.openxmlformats.org/officeDocument/2006/relationships/slide" Target="/ppt/slides/slide6.xml" Id="R6631335ec5494b0c" /><Relationship Type="http://schemas.openxmlformats.org/officeDocument/2006/relationships/notesMaster" Target="/ppt/notesMasters/notesMaster1.xml" Id="R58f0ca9be6254214" /></Relationships>
</file>

<file path=ppt/notesSlides/_rels/notesSlide7.xml.rels>&#65279;<?xml version="1.0" encoding="utf-8"?><Relationships xmlns="http://schemas.openxmlformats.org/package/2006/relationships"><Relationship Type="http://schemas.openxmlformats.org/officeDocument/2006/relationships/slide" Target="/ppt/slides/slide7.xml" Id="Rb76986d408fd4cd2" /><Relationship Type="http://schemas.openxmlformats.org/officeDocument/2006/relationships/notesMaster" Target="/ppt/notesMasters/notesMaster1.xml" Id="R4279f14f121e4a8f" /></Relationships>
</file>

<file path=ppt/notesSlides/_rels/notesSlide8.xml.rels>&#65279;<?xml version="1.0" encoding="utf-8"?><Relationships xmlns="http://schemas.openxmlformats.org/package/2006/relationships"><Relationship Type="http://schemas.openxmlformats.org/officeDocument/2006/relationships/slide" Target="/ppt/slides/slide8.xml" Id="Ra063eba70c2941fe" /><Relationship Type="http://schemas.openxmlformats.org/officeDocument/2006/relationships/notesMaster" Target="/ppt/notesMasters/notesMaster1.xml" Id="R1cbb9968687a4868" /></Relationships>
</file>

<file path=ppt/notesSlides/_rels/notesSlide9.xml.rels>&#65279;<?xml version="1.0" encoding="utf-8"?><Relationships xmlns="http://schemas.openxmlformats.org/package/2006/relationships"><Relationship Type="http://schemas.openxmlformats.org/officeDocument/2006/relationships/slide" Target="/ppt/slides/slide9.xml" Id="R9fce200e0a26491c" /><Relationship Type="http://schemas.openxmlformats.org/officeDocument/2006/relationships/notesMaster" Target="/ppt/notesMasters/notesMaster1.xml" Id="R91918c6d206e48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51cb66c77e04f1c" /><Relationship Type="http://schemas.openxmlformats.org/officeDocument/2006/relationships/notesMaster" Target="/ppt/notesMasters/notesMaster1.xml" Id="R239851352004406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baf68e0e0b34765" /><Relationship Type="http://schemas.openxmlformats.org/officeDocument/2006/relationships/notesMaster" Target="/ppt/notesMasters/notesMaster1.xml" Id="R0436645c72c0436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d862f953c334329" /><Relationship Type="http://schemas.openxmlformats.org/officeDocument/2006/relationships/notesMaster" Target="/ppt/notesMasters/notesMaster1.xml" Id="R132f4c73314f47d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76491c3cb364883" /><Relationship Type="http://schemas.openxmlformats.org/officeDocument/2006/relationships/notesMaster" Target="/ppt/notesMasters/notesMaster1.xml" Id="R7727cf4b109f45d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f2b5afa75074627" /><Relationship Type="http://schemas.openxmlformats.org/officeDocument/2006/relationships/notesMaster" Target="/ppt/notesMasters/notesMaster1.xml" Id="R3a8cdb123b8a49c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GlucoTwin India, an adaptive partial digital twin for glucose forecasting. This project is submitted by Dipanshu Raj, Team product, from the Indian Institute of Technology Kanpur, for the Digital Twin Challenge 2026. The prototype joins the same study participant's baseline clinical profile with a replay of their glucose, activity and recorded meal data. It maintains an evolving patient state, generates forecasts, and makes its uncertainty and limitations visible. In this demonstration, we will examine the clinical question, the data, the architecture, the evaluation and the working dashboard. The results come from real, openly available research data. The narration in this version is synthesized. This is a research demonstration, not a clinically validated medical device. Its strongest measured result is improved glucose forecasting; its exploratory event alerts still require substantial improvement.</a:t>
            </a:r>
          </a:p>
          <a:p xmlns:a="http://schemas.openxmlformats.org/drawingml/2006/main">
            <a:r>
              <a:t/>
            </a:r>
          </a:p>
          <a:p xmlns:a="http://schemas.openxmlformats.org/drawingml/2006/main">
            <a:r>
              <a:t>Sources: CGMacros v1.0.0 https://doi.org/10.13026/3z8q-x658; project results/summary.json and results/forecast_metrics.csv. Clinical ranges: https://pubmed.ncbi.nlm.nih.gov/31177185/. Research prototype; no clinical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intended use case is a clinician reviewing an adult with Type 2 diabetes between periodic consultations. The narrow question is whether clinical context and recent sensor history can improve the forecast of glucose in the next hour. We also evaluate thirty-minute and two-hour horizons. A forecast horizon is the time between issuing a prediction and the value being predicted. It must not be confused with the amount of advance warning actually achieved before an event. Our exploratory event definition requires a new crossing above one hundred eighty milligrams per deciliter, followed by three consecutive five-minute bins above that threshold. The whole event must fit inside the next sixty minutes. This persistence rule is an engineering endpoint for the experiment. It is not an emergency diagnosis or an individualized treatment target. The prototype outputs information for review. It does not prescribe insulin, change medication, or claim that a forecast will prevent a complication. Keeping the question narrow makes the result testable and keeps the demonstration aligned with the challenge's requirement for one localized health outcome.</a:t>
            </a:r>
          </a:p>
          <a:p xmlns:a="http://schemas.openxmlformats.org/drawingml/2006/main">
            <a:r>
              <a:t/>
            </a:r>
          </a:p>
          <a:p xmlns:a="http://schemas.openxmlformats.org/drawingml/2006/main">
            <a:r>
              <a:t>Sources: CGMacros v1.0.0 https://doi.org/10.13026/3z8q-x658; project results/summary.json and results/forecast_metrics.csv. Clinical ranges: https://pubmed.ncbi.nlm.nih.gov/31177185/. Research prototype; no clinical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primary source is the openly available CGMacros version one dataset from PhysioNet. It contains forty-five participants, including fourteen in the study's Type 2 diabetes group. Baseline demographics and laboratory measurements are joined to glucose, wearable activity and meal information using the same participant identifier. We represent the baseline fields as an EHR-like clinical record. We do not claim a working connection to a hospital EHR. We also do not attach an unrelated synthetic medical record to a real sensor trace. That would demonstrate a software join, but it would not establish a meaningful patient-level relationship. The source study was conducted in the United States, so the intended Indian application remains unvalidated. The dataset is licensed under Creative Commons Attribution, NonCommercial, ShareAlike four point zero. Source files, processed derivatives, citations and license notices are included in the repository. Meal photographs and microbiome data are excluded because this implementation does not use them. The package preserves the forty-five participant CSV files and the baseline table, together with source checksums, so an evaluator can rebuild the processed data.</a:t>
            </a:r>
          </a:p>
          <a:p xmlns:a="http://schemas.openxmlformats.org/drawingml/2006/main">
            <a:r>
              <a:t/>
            </a:r>
          </a:p>
          <a:p xmlns:a="http://schemas.openxmlformats.org/drawingml/2006/main">
            <a:r>
              <a:t>Sources: CGMacros v1.0.0 https://doi.org/10.13026/3z8q-x658; project results/summary.json and results/forecast_metrics.csv. Clinical ranges: https://pubmed.ncbi.nlm.nih.gov/31177185/. Research prototype; no clinical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begins with two patient-linked inputs. The static branch contains age, recorded sex, body mass index, glycated hemoglobin and fasting glucose. The dynamic branch contains glucose history, heart rate, activity intensity and recorded meal macronutrients. The preparation stage aligns timestamps, records missingness, and applies the conservative input timing policy. Causal feature construction then creates rolling glucose summaries, trends, decaying meal states and activity summaries. A separate direct regression model predicts each forecast horizon. The patient-specific residual state is updated only when the outcome of an earlier prediction has become observable. This feedback loop is the adaptive part of the twin. Independent calibration data supply residual interval widths. A separate classifier supplies an exploratory event ranking score. A data-quality gate determines whether the dashboard is allowed to show a forecast. The frontend presents the profile, the trace, the forecast, the interval and the review state. A separate scenario sandbox illustrates hypothetical response assumptions. It is outside the evaluated forecasting pathway and cannot change the published results.</a:t>
            </a:r>
          </a:p>
          <a:p xmlns:a="http://schemas.openxmlformats.org/drawingml/2006/main">
            <a:r>
              <a:t/>
            </a:r>
          </a:p>
          <a:p xmlns:a="http://schemas.openxmlformats.org/drawingml/2006/main">
            <a:r>
              <a:t>Sources: CGMacros v1.0.0 https://doi.org/10.13026/3z8q-x658; project results/summary.json and results/forecast_metrics.csv. Clinical ranges: https://pubmed.ncbi.nlm.nih.gov/31177185/. Research prototype; no clinical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ordering is central to this project. The source data already contain glucose values interpolated to one-minute intervals. Treating all of those values as independent real-time observations would overstate what was available at a prediction timestamp. We therefore retain readings compatible with the initial five-minute Dexcom phase, discard fractional values, and avoid adding any backward interpolation. All dynamic inputs are delayed by fifteen minutes. A single missing input bin may be carried forward, but target values are not filled. This policy is conservative, yet it cannot fully reconstruct the unavailable native device exports. That remaining limitation is stated throughout the submission. For personalization, consider a forecast issued for sixty minutes ahead. With a fifteen-minute observation delay, its error becomes usable seventy-five minutes later. The model must wait until that time before updating its residual memory. Our correction uses a fixed, bounded, exponentially weighted state. Unit tests check that changing future inputs cannot alter earlier features, and that forecasts recomputed from a prefix agree with the corresponding portion of a whole-trace computation. These tests support the implementation's causal timing; they do not certify the upstream dataset.</a:t>
            </a:r>
          </a:p>
          <a:p xmlns:a="http://schemas.openxmlformats.org/drawingml/2006/main">
            <a:r>
              <a:t/>
            </a:r>
          </a:p>
          <a:p xmlns:a="http://schemas.openxmlformats.org/drawingml/2006/main">
            <a:r>
              <a:t>Sources: CGMacros v1.0.0 https://doi.org/10.13026/3z8q-x658; project results/summary.json and results/forecast_metrics.csv. Clinical ranges: https://pubmed.ncbi.nlm.nih.gov/31177185/. Research prototype; no clinical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evaluation uses four disjoint participant partitions. Thirty-six participants are used for training. Three different Type 2 diabetes participants are used for validation, three for interval calibration, and three for final testing. The split uses a fixed random seed and its exact identifiers are published. Validation selects between the fused and adaptive variants and determines the alert threshold. Calibration determines the empirical residual interval widths. The test participants do not select the models, the thresholds or the interval widths. The first twenty-four hours of each trace are treated as warm-up and excluded from scored windows. Earlier test-patient observations may update the patient state, but future observations cannot. We compare persistence, a sensor-only model, a fused clinical and sensor model, and the adaptive variant. Persistence simply carries the most recent available glucose forward and is a meaningful baseline. Headline errors average each patient's result equally. This avoids allowing a longer trace to dominate the result. Overlapping windows remain temporally dependent, and the final test contains only three people, so the results support feasibility rather than broad clinical generalization.</a:t>
            </a:r>
          </a:p>
          <a:p xmlns:a="http://schemas.openxmlformats.org/drawingml/2006/main">
            <a:r>
              <a:t/>
            </a:r>
          </a:p>
          <a:p xmlns:a="http://schemas.openxmlformats.org/drawingml/2006/main">
            <a:r>
              <a:t>Sources: CGMacros v1.0.0 https://doi.org/10.13026/3z8q-x658; project results/summary.json and results/forecast_metrics.csv. Clinical ranges: https://pubmed.ncbi.nlm.nih.gov/31177185/. Research prototype; no clinical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shows measured mean absolute error in milligrams per deciliter on the held-out test participants. At thirty minutes, persistence has an error of nineteen point seven four and the adaptive twin has eighteen point four eight. At sixty minutes, the error decreases from twenty-six point six seven to twenty-four point one two, an improvement of approximately nine point six percent. At one hundred twenty minutes, it decreases from thirty-five point two six to twenty-nine point zero zero, an improvement of approximately seventeen point seven percent. These are relative reductions in mean absolute error, not classification accuracy and not demonstrated patient benefit. The fused model without adaptation does not outperform persistence at every horizon. We publish that result rather than attribute every improvement to clinical features. The strongest variant in this experiment combines fused forecasting with delayed residual adaptation. At the sixty-minute horizon, intervals designed for nominal ninety percent coverage achieved approximately eighty-nine point eight percent patient-macro test coverage. Their typical width is substantial, which is important for interpreting any individual forecast. All per-patient values and the other baselines remain available in the results files.</a:t>
            </a:r>
          </a:p>
          <a:p xmlns:a="http://schemas.openxmlformats.org/drawingml/2006/main">
            <a:r>
              <a:t/>
            </a:r>
          </a:p>
          <a:p xmlns:a="http://schemas.openxmlformats.org/drawingml/2006/main">
            <a:r>
              <a:t>Sources: CGMacros v1.0.0 https://doi.org/10.13026/3z8q-x658; project results/summary.json and results/forecast_metrics.csv. Clinical ranges: https://pubmed.ncbi.nlm.nih.gov/31177185/. Research prototype; no clinical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now examine the working local dashboard. The participant selector changes both the clinical profile and the sensor stream. These are held-out study participants with anonymized identifiers, not invented patient identities. The first value is the latest available glucose, together with its age. The second is the sixty-minute forecast and its estimated interval. The third is the event model's ranking score. Because the classifier was trained with class balancing, this score is explicitly not presented as a clinical probability. The review state describes whether the data are sufficient and whether the score crosses the validation-selected review threshold. In the trajectory chart, the observed history is shown in teal. Forecast points are shown in purple, with a shaded uncertainty region. The vertical line marks the forecast issue time. The latest input is intentionally earlier because of the observation delay. Pressing the step control advances the replay by five minutes; the play control repeatedly advances it. The patient state and forecasts are recomputed as the replay advances. The observed future is hidden by default. Enabling the reveal control overlays the subsequently observed trace for retrospective evaluation. This is a demonstration aid, not information supplied to the prediction model. The export button creates a JSON review record containing the displayed context, forecast, interval and quality state. The following sequence records real interactions with this prototype. Aggregate evaluation is reported separately, because a selected demonstration example cannot establish model performance.</a:t>
            </a:r>
          </a:p>
          <a:p xmlns:a="http://schemas.openxmlformats.org/drawingml/2006/main">
            <a:r>
              <a:t/>
            </a:r>
          </a:p>
          <a:p xmlns:a="http://schemas.openxmlformats.org/drawingml/2006/main">
            <a:r>
              <a:t>Sources: CGMacros v1.0.0 https://doi.org/10.13026/3z8q-x658; project results/summary.json and results/forecast_metrics.csv. Clinical ranges: https://pubmed.ncbi.nlm.nih.gov/31177185/. Research prototype; no clinical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episode-alert results are intentionally shown separately from glucose forecasting. On the final test set, sixty-four alerts were issued under the defined cooldown policy. Fourteen matched an upcoming observable onset, and fifty were false alerts. Fourteen of sixty-six observable onsets were detected. This corresponds to approximately twenty-one point nine percent precision and twenty-one point two percent recall. False alerts occurred at approximately one point eight seven per eligible patient-day. The median observed advance warning among matched alerts was fifteen minutes. These numbers show that the current event-ranking module is not ready for clinical reliance. They also explain why we do not advertise reliable two-hour event prediction. The two-hour model forecasts a glucose value; the alert experiment has a different endpoint and a shorter observed warning. An alert is matched to at most one onset, repeated alerts are limited by a sixty-minute cooldown, and the full three-bin event must fit in the prediction window. The denominator for false alerts is eligible monitored time. Publishing these definitions makes the result auditable and prevents an attractive dashboard from concealing an immature alarm system.</a:t>
            </a:r>
          </a:p>
          <a:p xmlns:a="http://schemas.openxmlformats.org/drawingml/2006/main">
            <a:r>
              <a:t/>
            </a:r>
          </a:p>
          <a:p xmlns:a="http://schemas.openxmlformats.org/drawingml/2006/main">
            <a:r>
              <a:t>Sources: CGMacros v1.0.0 https://doi.org/10.13026/3z8q-x658; project results/summary.json and results/forecast_metrics.csv. Clinical ranges: https://pubmed.ncbi.nlm.nih.gov/31177185/. Research prototype; no clinical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useful research dashboard must show when the model should not produce an answer. Here we activate the sensor-outage control. The forecast and event score are withheld, the review state changes to insufficient data, and the interface asks for fresh sensor information. This is a deterministic stress demonstration of the quality gate, not a real connection being disconnected. In the underlying pipeline, forecasts are suppressed when the latest glucose is missing, the sensor is too stale, there is insufficient recent history, or the warm-up period is incomplete. The last observed value can still be displayed as historical context, but it is not represented as a fresh measurement. Restoring the stream makes the forecast available again when the quality conditions are satisfied. Other controls separate retrospective future reveal from normal review and label an already high observed glucose differently from a predicted future onset. These distinctions matter: a current-state flag must not be counted as an advance warning. The unit tests cover output suppression, future-data hiding, invalid participant selection and prediction-prefix consistency. Browser checks also exercise replay, tabs, scenario controls, participant switching and mobile layout.</a:t>
            </a:r>
          </a:p>
          <a:p xmlns:a="http://schemas.openxmlformats.org/drawingml/2006/main">
            <a:r>
              <a:t/>
            </a:r>
          </a:p>
          <a:p xmlns:a="http://schemas.openxmlformats.org/drawingml/2006/main">
            <a:r>
              <a:t>Sources: CGMacros v1.0.0 https://doi.org/10.13026/3z8q-x658; project results/summary.json and results/forecast_metrics.csv. Clinical ranges: https://pubmed.ncbi.nlm.nih.gov/31177185/. Research prototype; no clinical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scenario page is an illustration of what a future validated physiological twin could support. It is deliberately separate from the forecasting models. The user can change a hypothetical carbohydrate amount, an activity duration, and an assumed response gain. A simple impulse-response equation then generates a synthetic curve. These coefficients are assumptions. They are not estimated causal effects of food or exercise for the selected participant. Changing a slider therefore cannot justify a recommendation to change that person's meal, activity, insulin or medication. The comparison is useful for explaining model assumptions and for testing interface behavior. It is not evidence of treatment efficacy. The scenario does not modify the patient's stored history, the trained forecasting models or the evaluation results. A future clinical version would need an independently validated physiological model, intervention data, safeguards and clinician supervision before presenting treatment comparisons. For this challenge submission, the sandbox provides a transparent conceptual interaction while the real-data forecasting experiment remains the evidence-bearing component. This boundary is visible on the page, in the model card and in the technical report.</a:t>
            </a:r>
          </a:p>
          <a:p xmlns:a="http://schemas.openxmlformats.org/drawingml/2006/main">
            <a:r>
              <a:t/>
            </a:r>
          </a:p>
          <a:p xmlns:a="http://schemas.openxmlformats.org/drawingml/2006/main">
            <a:r>
              <a:t>Sources: CGMacros v1.0.0 https://doi.org/10.13026/3z8q-x658; project results/summary.json and results/forecast_metrics.csv. Clinical ranges: https://pubmed.ncbi.nlm.nih.gov/31177185/. Research prototype; no clinical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India is the intended healthcare context, but the current data are from a small United States study. We therefore describe a deployment pathway rather than claim Indian clinical performance. The first step is access to appropriately governed native glucose and clinical records from representative Indian participants. The next step is a preregistered external evaluation, including local meal patterns, sensor availability, missingness, age and other relevant subgroups. Event risk would need better discrimination and probability calibration. Clinicians would need to help define useful review thresholds and acceptable alert burden. A prospective silent evaluation should come before visible clinical alerts, so that performance can be measured without changing treatment. Only after those steps would a larger pilot and applicable regulatory assessment be appropriate. The local prototype has no paid model API dependency and can run after setup without a network connection. That is an engineering property, not proof that continuous glucose monitoring is affordable or universally available. No cost savings, improved clinical outcomes or regulatory compliance certification is claimed. The research package makes the remaining work explicit so the next stage can evaluate a concrete and realistic development plan.</a:t>
            </a:r>
          </a:p>
          <a:p xmlns:a="http://schemas.openxmlformats.org/drawingml/2006/main">
            <a:r>
              <a:t/>
            </a:r>
          </a:p>
          <a:p xmlns:a="http://schemas.openxmlformats.org/drawingml/2006/main">
            <a:r>
              <a:t>Sources: CGMacros v1.0.0 https://doi.org/10.13026/3z8q-x658; project results/summary.json and results/forecast_metrics.csv. Clinical ranges: https://pubmed.ncbi.nlm.nih.gov/31177185/. Research prototype; no clinical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implementation uses Python, NumPy, pandas, SciPy and scikit-learn. The browser frontend uses plain HTML, CSS and JavaScript, with no external runtime scripts. A standard-library server binds to localhost. The package includes the source CSV subset, processed data, the pretrained model, exact participant splits, evaluation outputs and twelve tests. First-time installation requires internet for dependencies, but the demonstration then runs locally without an API key or GPU. Training took approximately twenty-seven seconds on the build host with two OpenMP threads; this is a host-specific measurement rather than a promise for every computer. Evaluators can rebuild the data, retrain the model, rerun the tests and compare the resulting metrics. The repository also includes an architecture document, editable presentation, technical report, data notices, model card, video script and jury questions. Original application code uses the MIT license. Data and model artifacts have separate noncommercial attribution and share-alike terms. The leader should review and understand the implementation before presenting it.</a:t>
            </a:r>
          </a:p>
          <a:p xmlns:a="http://schemas.openxmlformats.org/drawingml/2006/main">
            <a:r>
              <a:t/>
            </a:r>
          </a:p>
          <a:p xmlns:a="http://schemas.openxmlformats.org/drawingml/2006/main">
            <a:r>
              <a:t>Sources: CGMacros v1.0.0 https://doi.org/10.13026/3z8q-x658; project results/summary.json and results/forecast_metrics.csv. Clinical ranges: https://pubmed.ncbi.nlm.nih.gov/31177185/. Research prototype; no clinical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GlucoTwin India demonstrates the fusion of paired clinical and sensor streams, an evolving patient-specific state, working glucose forecasts, uncertainty reporting and a clinician research dashboard. The held-out experiment shows a modest forecast-error improvement from adaptation on three Type 2 diabetes participants. It also shows that the event alerts remain weak and that clinical validation is still required. The contribution is a functioning and auditable prototype with clear boundaries, rather than an unsupported claim of medical readiness. The next stage should prioritize native data, a larger Indian cohort, improved event modeling and prospective evaluation. Thank you for reviewing the project from Dipanshu Raj, Team product, IIT Kanpur. The code, results, sources and limitations are included in the submission package.</a:t>
            </a:r>
          </a:p>
          <a:p xmlns:a="http://schemas.openxmlformats.org/drawingml/2006/main">
            <a:r>
              <a:t/>
            </a:r>
          </a:p>
          <a:p xmlns:a="http://schemas.openxmlformats.org/drawingml/2006/main">
            <a:r>
              <a:t>Sources: CGMacros v1.0.0 https://doi.org/10.13026/3z8q-x658; project results/summary.json and results/forecast_metrics.csv. Clinical ranges: https://pubmed.ncbi.nlm.nih.gov/31177185/. Research prototype; no clinical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8acfa4d27f5489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bdc8232cbf347b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d2531e0e1ac402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63cce163b29439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703fae458eb415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bd06b3163e6402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6098382-8CF6-4B8E-BD9A-C14F26E7E9C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C1EFF08-B4DB-4A35-A276-A92DC55BA1C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48B55BD-3B3E-45C5-8227-768569FA729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6627FA-6C33-46A2-8297-E8D9E6941D5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DFBEC36-1974-4158-9ABF-2D045D4A137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261ED2E-F0F1-4951-92C2-3CA4EB35FF7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DB73D71-E0A8-4AB3-9F07-F188A6B4DB6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1F03163-BFD3-4A67-9621-85D5F0513AF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311AFA9-62B2-4631-8400-5C429A5699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1F10882-46AF-45DB-811E-C34F1F09CFF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d858503d2f49d6" /><Relationship Type="http://schemas.openxmlformats.org/officeDocument/2006/relationships/slideLayout" Target="/ppt/slideLayouts/slideLayout1.xml" Id="R25180b37bbb3442d" /><Relationship Type="http://schemas.openxmlformats.org/officeDocument/2006/relationships/slideLayout" Target="/ppt/slideLayouts/slideLayout2.xml" Id="R8d035658b5404957" /><Relationship Type="http://schemas.openxmlformats.org/officeDocument/2006/relationships/slideLayout" Target="/ppt/slideLayouts/slideLayout3.xml" Id="R94135acddf9f4fcc" /><Relationship Type="http://schemas.openxmlformats.org/officeDocument/2006/relationships/slideLayout" Target="/ppt/slideLayouts/slideLayout4.xml" Id="Rf8b7de7600a04dc9" /><Relationship Type="http://schemas.openxmlformats.org/officeDocument/2006/relationships/slideLayout" Target="/ppt/slideLayouts/slideLayout5.xml" Id="R5c4682406f144e8e" /><Relationship Type="http://schemas.openxmlformats.org/officeDocument/2006/relationships/slideLayout" Target="/ppt/slideLayouts/slideLayout6.xml" Id="R0d82e14c8521405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5180b37bbb3442d"/>
    <p:sldLayoutId xmlns:r="http://schemas.openxmlformats.org/officeDocument/2006/relationships" id="2147483650" r:id="R8d035658b5404957"/>
    <p:sldLayoutId xmlns:r="http://schemas.openxmlformats.org/officeDocument/2006/relationships" id="2147483651" r:id="R94135acddf9f4fcc"/>
    <p:sldLayoutId xmlns:r="http://schemas.openxmlformats.org/officeDocument/2006/relationships" id="2147483652" r:id="Rf8b7de7600a04dc9"/>
    <p:sldLayoutId xmlns:r="http://schemas.openxmlformats.org/officeDocument/2006/relationships" id="2147483653" r:id="R5c4682406f144e8e"/>
    <p:sldLayoutId xmlns:r="http://schemas.openxmlformats.org/officeDocument/2006/relationships" id="2147483654" r:id="R0d82e14c8521405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784ecfa076b47ac" /><Relationship Type="http://schemas.openxmlformats.org/officeDocument/2006/relationships/notesSlide" Target="/ppt/notesSlides/notesSlide1.xml" Id="R7c1195963484451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023aeb7f5194f4e" /><Relationship Type="http://schemas.openxmlformats.org/officeDocument/2006/relationships/notesSlide" Target="/ppt/notesSlides/notesSlide2.xml" Id="R093ffbdeddc948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ae53827045441e4" /><Relationship Type="http://schemas.openxmlformats.org/officeDocument/2006/relationships/notesSlide" Target="/ppt/notesSlides/notesSlide3.xml" Id="R2bc3ab64f777449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cdeda358d57499f" /><Relationship Type="http://schemas.openxmlformats.org/officeDocument/2006/relationships/notesSlide" Target="/ppt/notesSlides/notesSlide4.xml" Id="R4efe0a309b9c42e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3e1de6b037f48c2" /><Relationship Type="http://schemas.openxmlformats.org/officeDocument/2006/relationships/notesSlide" Target="/ppt/notesSlides/notesSlide5.xml" Id="Rd58a27d09bef414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bb645f0d50a45ab" /><Relationship Type="http://schemas.openxmlformats.org/officeDocument/2006/relationships/notesSlide" Target="/ppt/notesSlides/notesSlide6.xml" Id="Rfa9ad38d69cc4dc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1e3932bb85846c3" /><Relationship Type="http://schemas.openxmlformats.org/officeDocument/2006/relationships/chart" Target="/ppt/slides/charts/chart1.xml" Id="Rdb5cbaaede6149c6" /><Relationship Type="http://schemas.openxmlformats.org/officeDocument/2006/relationships/notesSlide" Target="/ppt/notesSlides/notesSlide7.xml" Id="R0a98b8ef9060422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d44285e2513411f" /><Relationship Type="http://schemas.openxmlformats.org/officeDocument/2006/relationships/image" Target="/ppt/media/image.png" Id="R1004e721cffc4ab3" /><Relationship Type="http://schemas.openxmlformats.org/officeDocument/2006/relationships/notesSlide" Target="/ppt/notesSlides/notesSlide8.xml" Id="R6641e6a14026453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c84e74e199a47d7" /><Relationship Type="http://schemas.openxmlformats.org/officeDocument/2006/relationships/chart" Target="/ppt/slides/charts/chart2.xml" Id="Rbc72f2ed6f6c466b" /><Relationship Type="http://schemas.openxmlformats.org/officeDocument/2006/relationships/notesSlide" Target="/ppt/notesSlides/notesSlide9.xml" Id="R4a9004215e9546f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7a115d11d264ec6" /><Relationship Type="http://schemas.openxmlformats.org/officeDocument/2006/relationships/image" Target="/ppt/media/image2.png" Id="R43bdd22abed44e23" /><Relationship Type="http://schemas.openxmlformats.org/officeDocument/2006/relationships/notesSlide" Target="/ppt/notesSlides/notesSlide10.xml" Id="Rcb5f1f5c61a7489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7e4ca43cad9422b" /><Relationship Type="http://schemas.openxmlformats.org/officeDocument/2006/relationships/image" Target="/ppt/media/image3.png" Id="Rd1dead2896bd41f5" /><Relationship Type="http://schemas.openxmlformats.org/officeDocument/2006/relationships/notesSlide" Target="/ppt/notesSlides/notesSlide11.xml" Id="Rfc478c602eff4a6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5621c4bef8b454c" /><Relationship Type="http://schemas.openxmlformats.org/officeDocument/2006/relationships/notesSlide" Target="/ppt/notesSlides/notesSlide12.xml" Id="Rb25f6ab827414f4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32d31123f4341df" /><Relationship Type="http://schemas.openxmlformats.org/officeDocument/2006/relationships/notesSlide" Target="/ppt/notesSlides/notesSlide13.xml" Id="Rd0d0f349fdeb407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122f59adf484b61" /><Relationship Type="http://schemas.openxmlformats.org/officeDocument/2006/relationships/notesSlide" Target="/ppt/notesSlides/notesSlide14.xml" Id="R5791d834f56e4de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Persistence</c:v>
          </c:tx>
          <c:spPr>
            <a:solidFill xmlns:a="http://schemas.openxmlformats.org/drawingml/2006/main">
              <a:srgbClr val="A5B5BF"/>
            </a:solidFill>
          </c:spPr>
          <c:invertIfNegative val="0"/>
          <c:cat>
            <c:strRef>
              <c:f>'Chart Data'!$A$2:$A$4</c:f>
              <c:strCache>
                <c:ptCount val="3"/>
                <c:pt idx="0">
                  <c:v>30 min</c:v>
                </c:pt>
                <c:pt idx="1">
                  <c:v>60 min</c:v>
                </c:pt>
                <c:pt idx="2">
                  <c:v>120 min</c:v>
                </c:pt>
              </c:strCache>
            </c:strRef>
          </c:cat>
          <c:val>
            <c:numRef>
              <c:f>'Chart Data'!$B$2:$B$4</c:f>
              <c:numCache>
                <c:formatCode>General</c:formatCode>
                <c:ptCount val="3"/>
                <c:pt idx="0">
                  <c:v>19.739864</c:v>
                </c:pt>
                <c:pt idx="1">
                  <c:v>26.671885</c:v>
                </c:pt>
                <c:pt idx="2">
                  <c:v>35.260244</c:v>
                </c:pt>
              </c:numCache>
            </c:numRef>
          </c:val>
        </c:ser>
        <c:ser>
          <c:idx val="1"/>
          <c:order val="1"/>
          <c:tx>
            <c:v>Sensor only</c:v>
          </c:tx>
          <c:spPr>
            <a:solidFill xmlns:a="http://schemas.openxmlformats.org/drawingml/2006/main">
              <a:srgbClr val="BDCCD3"/>
            </a:solidFill>
          </c:spPr>
          <c:invertIfNegative val="0"/>
          <c:cat>
            <c:strRef>
              <c:f>'Chart Data'!$C$2:$C$4</c:f>
              <c:strCache>
                <c:ptCount val="3"/>
                <c:pt idx="0">
                  <c:v>30 min</c:v>
                </c:pt>
                <c:pt idx="1">
                  <c:v>60 min</c:v>
                </c:pt>
                <c:pt idx="2">
                  <c:v>120 min</c:v>
                </c:pt>
              </c:strCache>
            </c:strRef>
          </c:cat>
          <c:val>
            <c:numRef>
              <c:f>'Chart Data'!$D$2:$D$4</c:f>
              <c:numCache>
                <c:formatCode>General</c:formatCode>
                <c:ptCount val="3"/>
                <c:pt idx="0">
                  <c:v>21.222701</c:v>
                </c:pt>
                <c:pt idx="1">
                  <c:v>29.264523</c:v>
                </c:pt>
                <c:pt idx="2">
                  <c:v>35.858569</c:v>
                </c:pt>
              </c:numCache>
            </c:numRef>
          </c:val>
        </c:ser>
        <c:ser>
          <c:idx val="2"/>
          <c:order val="2"/>
          <c:tx>
            <c:v>Fused</c:v>
          </c:tx>
          <c:spPr>
            <a:solidFill xmlns:a="http://schemas.openxmlformats.org/drawingml/2006/main">
              <a:srgbClr val="087F8C"/>
            </a:solidFill>
          </c:spPr>
          <c:invertIfNegative val="0"/>
          <c:cat>
            <c:strRef>
              <c:f>'Chart Data'!$E$2:$E$4</c:f>
              <c:strCache>
                <c:ptCount val="3"/>
                <c:pt idx="0">
                  <c:v>30 min</c:v>
                </c:pt>
                <c:pt idx="1">
                  <c:v>60 min</c:v>
                </c:pt>
                <c:pt idx="2">
                  <c:v>120 min</c:v>
                </c:pt>
              </c:strCache>
            </c:strRef>
          </c:cat>
          <c:val>
            <c:numRef>
              <c:f>'Chart Data'!$F$2:$F$4</c:f>
              <c:numCache>
                <c:formatCode>General</c:formatCode>
                <c:ptCount val="3"/>
                <c:pt idx="0">
                  <c:v>20.344679</c:v>
                </c:pt>
                <c:pt idx="1">
                  <c:v>26.87746</c:v>
                </c:pt>
                <c:pt idx="2">
                  <c:v>33.408621</c:v>
                </c:pt>
              </c:numCache>
            </c:numRef>
          </c:val>
        </c:ser>
        <c:ser>
          <c:idx val="3"/>
          <c:order val="3"/>
          <c:tx>
            <c:v>Adaptive</c:v>
          </c:tx>
          <c:spPr>
            <a:solidFill xmlns:a="http://schemas.openxmlformats.org/drawingml/2006/main">
              <a:srgbClr val="7863CD"/>
            </a:solidFill>
          </c:spPr>
          <c:invertIfNegative val="0"/>
          <c:cat>
            <c:strRef>
              <c:f>'Chart Data'!$G$2:$G$4</c:f>
              <c:strCache>
                <c:ptCount val="3"/>
                <c:pt idx="0">
                  <c:v>30 min</c:v>
                </c:pt>
                <c:pt idx="1">
                  <c:v>60 min</c:v>
                </c:pt>
                <c:pt idx="2">
                  <c:v>120 min</c:v>
                </c:pt>
              </c:strCache>
            </c:strRef>
          </c:cat>
          <c:val>
            <c:numRef>
              <c:f>'Chart Data'!$H$2:$H$4</c:f>
              <c:numCache>
                <c:formatCode>General</c:formatCode>
                <c:ptCount val="3"/>
                <c:pt idx="0">
                  <c:v>18.480432</c:v>
                </c:pt>
                <c:pt idx="1">
                  <c:v>24.11588</c:v>
                </c:pt>
                <c:pt idx="2">
                  <c:v>29.003779</c:v>
                </c:pt>
              </c:numCache>
            </c:numRef>
          </c:val>
        </c:ser>
        <c:dLbls>
          <c:showLegendKey val="0"/>
          <c:showVal val="0"/>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0283D"/>
                </a:solidFill>
                <a:latin typeface="DejaVu Sans"/>
                <a:ea typeface="DejaVu Sans"/>
                <a:cs typeface="DejaVu Sans"/>
              </a:defRPr>
            </a:pPr>
          </a:p>
        </c:txPr>
        <c:crossAx val="48672768"/>
      </c:catAx>
      <c:valAx>
        <c:axId val="48672768"/>
        <c:scaling>
          <c:orientation val="minMax"/>
          <c:max val="40"/>
          <c:min val="0"/>
        </c:scaling>
        <c:delete val="0"/>
        <c:axPos val="l"/>
        <c:majorGridlines>
          <c:spPr>
            <a:ln xmlns:a="http://schemas.openxmlformats.org/drawingml/2006/main" w="9525">
              <a:solidFill>
                <a:srgbClr val="DCE5E8"/>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9717F"/>
                </a:solidFill>
                <a:latin typeface="DejaVu Sans"/>
                <a:ea typeface="DejaVu Sans"/>
                <a:cs typeface="DejaVu Sans"/>
              </a:defRPr>
            </a:pPr>
          </a:p>
        </c:txPr>
        <c:crossAx val="48650112"/>
        <c:crossBetween val="between"/>
      </c:valAx>
      <c:spPr>
        <a:solidFill xmlns:a="http://schemas.openxmlformats.org/drawingml/2006/main">
          <a:srgbClr val="F5F8F8"/>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59717F"/>
              </a:solidFill>
              <a:latin typeface="DejaVu Sans"/>
              <a:ea typeface="DejaVu Sans"/>
              <a:cs typeface="DejaVu Sans"/>
            </a:defRPr>
          </a:pPr>
        </a:p>
      </c:txPr>
    </c:legend>
    <c:plotVisOnly val="1"/>
  </c:chart>
  <c:spPr>
    <a:solidFill xmlns:a="http://schemas.openxmlformats.org/drawingml/2006/main">
      <a:srgbClr val="F5F8F8"/>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Issued alerts</c:v>
          </c:tx>
          <c:spPr>
            <a:solidFill xmlns:a="http://schemas.openxmlformats.org/drawingml/2006/main">
              <a:srgbClr val="087F8C"/>
            </a:solidFill>
          </c:spPr>
          <c:invertIfNegative val="0"/>
          <c:cat>
            <c:strRef>
              <c:f>'Chart Data'!$A$2:$A$3</c:f>
              <c:strCache>
                <c:ptCount val="2"/>
                <c:pt idx="0">
                  <c:v>Matched alerts</c:v>
                </c:pt>
                <c:pt idx="1">
                  <c:v>False alerts</c:v>
                </c:pt>
              </c:strCache>
            </c:strRef>
          </c:cat>
          <c:val>
            <c:numRef>
              <c:f>'Chart Data'!$B$2:$B$3</c:f>
              <c:numCache>
                <c:formatCode>General</c:formatCode>
                <c:ptCount val="2"/>
                <c:pt idx="0">
                  <c:v>14</c:v>
                </c:pt>
                <c:pt idx="1">
                  <c:v>50</c:v>
                </c:pt>
              </c:numCache>
            </c:numRef>
          </c:val>
        </c:ser>
        <c:dLbls>
          <c:showLegendKey val="0"/>
          <c:showVal val="0"/>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0283D"/>
                </a:solidFill>
                <a:latin typeface="DejaVu Sans"/>
                <a:ea typeface="DejaVu Sans"/>
                <a:cs typeface="DejaVu Sans"/>
              </a:defRPr>
            </a:pPr>
          </a:p>
        </c:txPr>
        <c:crossAx val="48672768"/>
      </c:catAx>
      <c:valAx>
        <c:axId val="48672768"/>
        <c:scaling>
          <c:orientation val="minMax"/>
          <c:max val="60"/>
          <c:min val="0"/>
        </c:scaling>
        <c:delete val="0"/>
        <c:axPos val="l"/>
        <c:majorGridlines>
          <c:spPr>
            <a:ln xmlns:a="http://schemas.openxmlformats.org/drawingml/2006/main" w="9525">
              <a:solidFill>
                <a:srgbClr val="DCE5E8"/>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9717F"/>
                </a:solidFill>
                <a:latin typeface="DejaVu Sans"/>
                <a:ea typeface="DejaVu Sans"/>
                <a:cs typeface="DejaVu Sans"/>
              </a:defRPr>
            </a:pPr>
          </a:p>
        </c:txPr>
        <c:crossAx val="48650112"/>
        <c:crossBetween val="between"/>
      </c:valAx>
      <c:spPr>
        <a:solidFill xmlns:a="http://schemas.openxmlformats.org/drawingml/2006/main">
          <a:srgbClr val="F5F8F8"/>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59717F"/>
              </a:solidFill>
              <a:latin typeface="DejaVu Sans"/>
              <a:ea typeface="DejaVu Sans"/>
              <a:cs typeface="DejaVu Sans"/>
            </a:defRPr>
          </a:pPr>
        </a:p>
      </c:txPr>
    </c:legend>
    <c:plotVisOnly val="1"/>
  </c:chart>
  <c:spPr>
    <a:solidFill xmlns:a="http://schemas.openxmlformats.org/drawingml/2006/main">
      <a:srgbClr val="F5F8F8"/>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83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BB4958B-C8DA-4124-BD0A-042344E8A450}"/>
              </a:ext>
            </a:extLst>
          </p:cNvPr>
          <p:cNvSpPr>
            <a:spLocks xmlns:a="http://schemas.openxmlformats.org/drawingml/2006/main" noGrp="1"/>
          </p:cNvSpPr>
          <p:nvPr/>
        </p:nvSpPr>
        <p:spPr>
          <a:xfrm xmlns:a="http://schemas.openxmlformats.org/drawingml/2006/main">
            <a:off x="571500" y="6448425"/>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9FB4C2"/>
                </a:solidFill>
                <a:latin typeface="DejaVu Sans"/>
                <a:ea typeface="DejaVu Sans"/>
                <a:cs typeface="DejaVu Sans"/>
              </a:defRPr>
            </a:defPPr>
            <a:lvl1pPr>
              <a:defRPr sz="1050" b="0">
                <a:solidFill>
                  <a:srgbClr val="9FB4C2"/>
                </a:solidFill>
                <a:latin typeface="DejaVu Sans"/>
                <a:ea typeface="DejaVu Sans"/>
                <a:cs typeface="DejaVu Sans"/>
              </a:defRPr>
            </a:lvl1pPr>
            <a:lvl2pPr>
              <a:defRPr sz="1050" b="0">
                <a:solidFill>
                  <a:srgbClr val="9FB4C2"/>
                </a:solidFill>
                <a:latin typeface="DejaVu Sans"/>
                <a:ea typeface="DejaVu Sans"/>
                <a:cs typeface="DejaVu Sans"/>
              </a:defRPr>
            </a:lvl2pPr>
            <a:lvl3pPr>
              <a:defRPr sz="1050" b="0">
                <a:solidFill>
                  <a:srgbClr val="9FB4C2"/>
                </a:solidFill>
                <a:latin typeface="DejaVu Sans"/>
                <a:ea typeface="DejaVu Sans"/>
                <a:cs typeface="DejaVu Sans"/>
              </a:defRPr>
            </a:lvl3pPr>
            <a:lvl4pPr>
              <a:defRPr sz="1050" b="0">
                <a:solidFill>
                  <a:srgbClr val="9FB4C2"/>
                </a:solidFill>
                <a:latin typeface="DejaVu Sans"/>
                <a:ea typeface="DejaVu Sans"/>
                <a:cs typeface="DejaVu Sans"/>
              </a:defRPr>
            </a:lvl4pPr>
            <a:lvl5pPr>
              <a:defRPr sz="1050" b="0">
                <a:solidFill>
                  <a:srgbClr val="9FB4C2"/>
                </a:solidFill>
                <a:latin typeface="DejaVu Sans"/>
                <a:ea typeface="DejaVu Sans"/>
                <a:cs typeface="DejaVu Sans"/>
              </a:defRPr>
            </a:lvl5pPr>
            <a:lvl6pPr>
              <a:defRPr sz="1050" b="0">
                <a:solidFill>
                  <a:srgbClr val="9FB4C2"/>
                </a:solidFill>
                <a:latin typeface="DejaVu Sans"/>
                <a:ea typeface="DejaVu Sans"/>
                <a:cs typeface="DejaVu Sans"/>
              </a:defRPr>
            </a:lvl6pPr>
            <a:lvl7pPr>
              <a:defRPr sz="1050" b="0">
                <a:solidFill>
                  <a:srgbClr val="9FB4C2"/>
                </a:solidFill>
                <a:latin typeface="DejaVu Sans"/>
                <a:ea typeface="DejaVu Sans"/>
                <a:cs typeface="DejaVu Sans"/>
              </a:defRPr>
            </a:lvl7pPr>
            <a:lvl8pPr>
              <a:defRPr sz="1050" b="0">
                <a:solidFill>
                  <a:srgbClr val="9FB4C2"/>
                </a:solidFill>
                <a:latin typeface="DejaVu Sans"/>
                <a:ea typeface="DejaVu Sans"/>
                <a:cs typeface="DejaVu Sans"/>
              </a:defRPr>
            </a:lvl8pPr>
            <a:lvl9pPr>
              <a:defRPr sz="1050" b="0">
                <a:solidFill>
                  <a:srgbClr val="9FB4C2"/>
                </a:solidFill>
                <a:latin typeface="DejaVu Sans"/>
                <a:ea typeface="DejaVu Sans"/>
                <a:cs typeface="DejaVu Sans"/>
              </a:defRPr>
            </a:lvl9pPr>
          </a:lstStyle>
          <a:p xmlns:a="http://schemas.openxmlformats.org/drawingml/2006/main">
            <a:pPr>
              <a:defRPr sz="1050" b="0">
                <a:solidFill>
                  <a:srgbClr val="9FB4C2"/>
                </a:solidFill>
                <a:latin typeface="DejaVu Sans"/>
                <a:ea typeface="DejaVu Sans"/>
                <a:cs typeface="DejaVu Sans"/>
              </a:defRPr>
            </a:pPr>
            <a:r>
              <a:rPr sz="1050" b="0">
                <a:solidFill>
                  <a:srgbClr val="9FB4C2"/>
                </a:solidFill>
                <a:latin typeface="DejaVu Sans"/>
                <a:ea typeface="DejaVu Sans"/>
                <a:cs typeface="DejaVu Sans"/>
              </a:rPr>
              <a:t>TEAM PRODUCT  /  IIT KANPUR</a:t>
            </a:r>
          </a:p>
        </p:txBody>
      </p:sp>
      <p:sp>
        <p:nvSpPr>
          <p:cNvPr id="2" name="">
            <a:extLst xmlns:a="http://schemas.openxmlformats.org/drawingml/2006/main">
              <a:ext uri="{FF2B5EF4-FFF2-40B4-BE49-F238E27FC236}">
                <a16:creationId xmlns:a16="http://schemas.microsoft.com/office/drawing/2014/main" id="{DF42D1E1-8DB4-4AE5-98F0-4AA5E3B944F2}"/>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9FB4C2"/>
                </a:solidFill>
                <a:latin typeface="DejaVu Sans"/>
                <a:ea typeface="DejaVu Sans"/>
                <a:cs typeface="DejaVu Sans"/>
              </a:defRPr>
            </a:defPPr>
            <a:lvl1pPr>
              <a:defRPr sz="1050" b="0">
                <a:solidFill>
                  <a:srgbClr val="9FB4C2"/>
                </a:solidFill>
                <a:latin typeface="DejaVu Sans"/>
                <a:ea typeface="DejaVu Sans"/>
                <a:cs typeface="DejaVu Sans"/>
              </a:defRPr>
            </a:lvl1pPr>
            <a:lvl2pPr>
              <a:defRPr sz="1050" b="0">
                <a:solidFill>
                  <a:srgbClr val="9FB4C2"/>
                </a:solidFill>
                <a:latin typeface="DejaVu Sans"/>
                <a:ea typeface="DejaVu Sans"/>
                <a:cs typeface="DejaVu Sans"/>
              </a:defRPr>
            </a:lvl2pPr>
            <a:lvl3pPr>
              <a:defRPr sz="1050" b="0">
                <a:solidFill>
                  <a:srgbClr val="9FB4C2"/>
                </a:solidFill>
                <a:latin typeface="DejaVu Sans"/>
                <a:ea typeface="DejaVu Sans"/>
                <a:cs typeface="DejaVu Sans"/>
              </a:defRPr>
            </a:lvl3pPr>
            <a:lvl4pPr>
              <a:defRPr sz="1050" b="0">
                <a:solidFill>
                  <a:srgbClr val="9FB4C2"/>
                </a:solidFill>
                <a:latin typeface="DejaVu Sans"/>
                <a:ea typeface="DejaVu Sans"/>
                <a:cs typeface="DejaVu Sans"/>
              </a:defRPr>
            </a:lvl4pPr>
            <a:lvl5pPr>
              <a:defRPr sz="1050" b="0">
                <a:solidFill>
                  <a:srgbClr val="9FB4C2"/>
                </a:solidFill>
                <a:latin typeface="DejaVu Sans"/>
                <a:ea typeface="DejaVu Sans"/>
                <a:cs typeface="DejaVu Sans"/>
              </a:defRPr>
            </a:lvl5pPr>
            <a:lvl6pPr>
              <a:defRPr sz="1050" b="0">
                <a:solidFill>
                  <a:srgbClr val="9FB4C2"/>
                </a:solidFill>
                <a:latin typeface="DejaVu Sans"/>
                <a:ea typeface="DejaVu Sans"/>
                <a:cs typeface="DejaVu Sans"/>
              </a:defRPr>
            </a:lvl6pPr>
            <a:lvl7pPr>
              <a:defRPr sz="1050" b="0">
                <a:solidFill>
                  <a:srgbClr val="9FB4C2"/>
                </a:solidFill>
                <a:latin typeface="DejaVu Sans"/>
                <a:ea typeface="DejaVu Sans"/>
                <a:cs typeface="DejaVu Sans"/>
              </a:defRPr>
            </a:lvl7pPr>
            <a:lvl8pPr>
              <a:defRPr sz="1050" b="0">
                <a:solidFill>
                  <a:srgbClr val="9FB4C2"/>
                </a:solidFill>
                <a:latin typeface="DejaVu Sans"/>
                <a:ea typeface="DejaVu Sans"/>
                <a:cs typeface="DejaVu Sans"/>
              </a:defRPr>
            </a:lvl8pPr>
            <a:lvl9pPr>
              <a:defRPr sz="1050" b="0">
                <a:solidFill>
                  <a:srgbClr val="9FB4C2"/>
                </a:solidFill>
                <a:latin typeface="DejaVu Sans"/>
                <a:ea typeface="DejaVu Sans"/>
                <a:cs typeface="DejaVu Sans"/>
              </a:defRPr>
            </a:lvl9pPr>
          </a:lstStyle>
          <a:p xmlns:a="http://schemas.openxmlformats.org/drawingml/2006/main">
            <a:pPr>
              <a:defRPr sz="1050" b="0">
                <a:solidFill>
                  <a:srgbClr val="9FB4C2"/>
                </a:solidFill>
                <a:latin typeface="DejaVu Sans"/>
                <a:ea typeface="DejaVu Sans"/>
                <a:cs typeface="DejaVu Sans"/>
              </a:defRPr>
            </a:pPr>
            <a:r>
              <a:rPr sz="1050" b="0">
                <a:solidFill>
                  <a:srgbClr val="9FB4C2"/>
                </a:solidFill>
                <a:latin typeface="DejaVu Sans"/>
                <a:ea typeface="DejaVu Sans"/>
                <a:cs typeface="DejaVu Sans"/>
              </a:rPr>
              <a:t>01</a:t>
            </a:r>
          </a:p>
        </p:txBody>
      </p:sp>
      <p:sp>
        <p:nvSpPr>
          <p:cNvPr id="3" name="">
            <a:extLst xmlns:a="http://schemas.openxmlformats.org/drawingml/2006/main">
              <a:ext uri="{FF2B5EF4-FFF2-40B4-BE49-F238E27FC236}">
                <a16:creationId xmlns:a16="http://schemas.microsoft.com/office/drawing/2014/main" id="{4BDF80DE-89C9-4BE4-A0C1-B0D116F9E40B}"/>
              </a:ext>
            </a:extLst>
          </p:cNvPr>
          <p:cNvSpPr>
            <a:spLocks xmlns:a="http://schemas.openxmlformats.org/drawingml/2006/main" noGrp="1"/>
          </p:cNvSpPr>
          <p:nvPr/>
        </p:nvSpPr>
        <p:spPr>
          <a:xfrm xmlns:a="http://schemas.openxmlformats.org/drawingml/2006/main">
            <a:off x="571500" y="952500"/>
            <a:ext cx="10953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50" b="1">
                <a:solidFill>
                  <a:srgbClr val="FFFFFF"/>
                </a:solidFill>
                <a:latin typeface="DejaVu Sans"/>
                <a:ea typeface="DejaVu Sans"/>
                <a:cs typeface="DejaVu Sans"/>
              </a:defRPr>
            </a:defPPr>
            <a:lvl1pPr>
              <a:defRPr sz="6450" b="1">
                <a:solidFill>
                  <a:srgbClr val="FFFFFF"/>
                </a:solidFill>
                <a:latin typeface="DejaVu Sans"/>
                <a:ea typeface="DejaVu Sans"/>
                <a:cs typeface="DejaVu Sans"/>
              </a:defRPr>
            </a:lvl1pPr>
            <a:lvl2pPr>
              <a:defRPr sz="6450" b="1">
                <a:solidFill>
                  <a:srgbClr val="FFFFFF"/>
                </a:solidFill>
                <a:latin typeface="DejaVu Sans"/>
                <a:ea typeface="DejaVu Sans"/>
                <a:cs typeface="DejaVu Sans"/>
              </a:defRPr>
            </a:lvl2pPr>
            <a:lvl3pPr>
              <a:defRPr sz="6450" b="1">
                <a:solidFill>
                  <a:srgbClr val="FFFFFF"/>
                </a:solidFill>
                <a:latin typeface="DejaVu Sans"/>
                <a:ea typeface="DejaVu Sans"/>
                <a:cs typeface="DejaVu Sans"/>
              </a:defRPr>
            </a:lvl3pPr>
            <a:lvl4pPr>
              <a:defRPr sz="6450" b="1">
                <a:solidFill>
                  <a:srgbClr val="FFFFFF"/>
                </a:solidFill>
                <a:latin typeface="DejaVu Sans"/>
                <a:ea typeface="DejaVu Sans"/>
                <a:cs typeface="DejaVu Sans"/>
              </a:defRPr>
            </a:lvl4pPr>
            <a:lvl5pPr>
              <a:defRPr sz="6450" b="1">
                <a:solidFill>
                  <a:srgbClr val="FFFFFF"/>
                </a:solidFill>
                <a:latin typeface="DejaVu Sans"/>
                <a:ea typeface="DejaVu Sans"/>
                <a:cs typeface="DejaVu Sans"/>
              </a:defRPr>
            </a:lvl5pPr>
            <a:lvl6pPr>
              <a:defRPr sz="6450" b="1">
                <a:solidFill>
                  <a:srgbClr val="FFFFFF"/>
                </a:solidFill>
                <a:latin typeface="DejaVu Sans"/>
                <a:ea typeface="DejaVu Sans"/>
                <a:cs typeface="DejaVu Sans"/>
              </a:defRPr>
            </a:lvl6pPr>
            <a:lvl7pPr>
              <a:defRPr sz="6450" b="1">
                <a:solidFill>
                  <a:srgbClr val="FFFFFF"/>
                </a:solidFill>
                <a:latin typeface="DejaVu Sans"/>
                <a:ea typeface="DejaVu Sans"/>
                <a:cs typeface="DejaVu Sans"/>
              </a:defRPr>
            </a:lvl7pPr>
            <a:lvl8pPr>
              <a:defRPr sz="6450" b="1">
                <a:solidFill>
                  <a:srgbClr val="FFFFFF"/>
                </a:solidFill>
                <a:latin typeface="DejaVu Sans"/>
                <a:ea typeface="DejaVu Sans"/>
                <a:cs typeface="DejaVu Sans"/>
              </a:defRPr>
            </a:lvl8pPr>
            <a:lvl9pPr>
              <a:defRPr sz="6450" b="1">
                <a:solidFill>
                  <a:srgbClr val="FFFFFF"/>
                </a:solidFill>
                <a:latin typeface="DejaVu Sans"/>
                <a:ea typeface="DejaVu Sans"/>
                <a:cs typeface="DejaVu Sans"/>
              </a:defRPr>
            </a:lvl9pPr>
          </a:lstStyle>
          <a:p xmlns:a="http://schemas.openxmlformats.org/drawingml/2006/main">
            <a:pPr>
              <a:defRPr sz="6450" b="1">
                <a:solidFill>
                  <a:srgbClr val="FFFFFF"/>
                </a:solidFill>
                <a:latin typeface="DejaVu Sans"/>
                <a:ea typeface="DejaVu Sans"/>
                <a:cs typeface="DejaVu Sans"/>
              </a:defRPr>
            </a:pPr>
            <a:r>
              <a:rPr sz="6450" b="1">
                <a:solidFill>
                  <a:srgbClr val="FFFFFF"/>
                </a:solidFill>
                <a:latin typeface="DejaVu Sans"/>
                <a:ea typeface="DejaVu Sans"/>
                <a:cs typeface="DejaVu Sans"/>
              </a:rPr>
              <a:t>GlucoTwin</a:t>
            </a:r>
          </a:p>
        </p:txBody>
      </p:sp>
      <p:sp>
        <p:nvSpPr>
          <p:cNvPr id="4" name="">
            <a:extLst xmlns:a="http://schemas.openxmlformats.org/drawingml/2006/main">
              <a:ext uri="{FF2B5EF4-FFF2-40B4-BE49-F238E27FC236}">
                <a16:creationId xmlns:a16="http://schemas.microsoft.com/office/drawing/2014/main" id="{19F73EBF-0350-4DD4-883D-5BE0A1F8713E}"/>
              </a:ext>
            </a:extLst>
          </p:cNvPr>
          <p:cNvSpPr>
            <a:spLocks xmlns:a="http://schemas.openxmlformats.org/drawingml/2006/main" noGrp="1"/>
          </p:cNvSpPr>
          <p:nvPr/>
        </p:nvSpPr>
        <p:spPr>
          <a:xfrm xmlns:a="http://schemas.openxmlformats.org/drawingml/2006/main">
            <a:off x="590550" y="2000250"/>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50" b="1">
                <a:solidFill>
                  <a:srgbClr val="72D3C8"/>
                </a:solidFill>
                <a:latin typeface="DejaVu Sans"/>
                <a:ea typeface="DejaVu Sans"/>
                <a:cs typeface="DejaVu Sans"/>
              </a:defRPr>
            </a:defPPr>
            <a:lvl1pPr>
              <a:defRPr sz="6450" b="1">
                <a:solidFill>
                  <a:srgbClr val="72D3C8"/>
                </a:solidFill>
                <a:latin typeface="DejaVu Sans"/>
                <a:ea typeface="DejaVu Sans"/>
                <a:cs typeface="DejaVu Sans"/>
              </a:defRPr>
            </a:lvl1pPr>
            <a:lvl2pPr>
              <a:defRPr sz="6450" b="1">
                <a:solidFill>
                  <a:srgbClr val="72D3C8"/>
                </a:solidFill>
                <a:latin typeface="DejaVu Sans"/>
                <a:ea typeface="DejaVu Sans"/>
                <a:cs typeface="DejaVu Sans"/>
              </a:defRPr>
            </a:lvl2pPr>
            <a:lvl3pPr>
              <a:defRPr sz="6450" b="1">
                <a:solidFill>
                  <a:srgbClr val="72D3C8"/>
                </a:solidFill>
                <a:latin typeface="DejaVu Sans"/>
                <a:ea typeface="DejaVu Sans"/>
                <a:cs typeface="DejaVu Sans"/>
              </a:defRPr>
            </a:lvl3pPr>
            <a:lvl4pPr>
              <a:defRPr sz="6450" b="1">
                <a:solidFill>
                  <a:srgbClr val="72D3C8"/>
                </a:solidFill>
                <a:latin typeface="DejaVu Sans"/>
                <a:ea typeface="DejaVu Sans"/>
                <a:cs typeface="DejaVu Sans"/>
              </a:defRPr>
            </a:lvl4pPr>
            <a:lvl5pPr>
              <a:defRPr sz="6450" b="1">
                <a:solidFill>
                  <a:srgbClr val="72D3C8"/>
                </a:solidFill>
                <a:latin typeface="DejaVu Sans"/>
                <a:ea typeface="DejaVu Sans"/>
                <a:cs typeface="DejaVu Sans"/>
              </a:defRPr>
            </a:lvl5pPr>
            <a:lvl6pPr>
              <a:defRPr sz="6450" b="1">
                <a:solidFill>
                  <a:srgbClr val="72D3C8"/>
                </a:solidFill>
                <a:latin typeface="DejaVu Sans"/>
                <a:ea typeface="DejaVu Sans"/>
                <a:cs typeface="DejaVu Sans"/>
              </a:defRPr>
            </a:lvl6pPr>
            <a:lvl7pPr>
              <a:defRPr sz="6450" b="1">
                <a:solidFill>
                  <a:srgbClr val="72D3C8"/>
                </a:solidFill>
                <a:latin typeface="DejaVu Sans"/>
                <a:ea typeface="DejaVu Sans"/>
                <a:cs typeface="DejaVu Sans"/>
              </a:defRPr>
            </a:lvl7pPr>
            <a:lvl8pPr>
              <a:defRPr sz="6450" b="1">
                <a:solidFill>
                  <a:srgbClr val="72D3C8"/>
                </a:solidFill>
                <a:latin typeface="DejaVu Sans"/>
                <a:ea typeface="DejaVu Sans"/>
                <a:cs typeface="DejaVu Sans"/>
              </a:defRPr>
            </a:lvl8pPr>
            <a:lvl9pPr>
              <a:defRPr sz="6450" b="1">
                <a:solidFill>
                  <a:srgbClr val="72D3C8"/>
                </a:solidFill>
                <a:latin typeface="DejaVu Sans"/>
                <a:ea typeface="DejaVu Sans"/>
                <a:cs typeface="DejaVu Sans"/>
              </a:defRPr>
            </a:lvl9pPr>
          </a:lstStyle>
          <a:p xmlns:a="http://schemas.openxmlformats.org/drawingml/2006/main">
            <a:pPr>
              <a:defRPr sz="6450" b="1">
                <a:solidFill>
                  <a:srgbClr val="72D3C8"/>
                </a:solidFill>
                <a:latin typeface="DejaVu Sans"/>
                <a:ea typeface="DejaVu Sans"/>
                <a:cs typeface="DejaVu Sans"/>
              </a:defRPr>
            </a:pPr>
            <a:r>
              <a:rPr sz="6450" b="1">
                <a:solidFill>
                  <a:srgbClr val="72D3C8"/>
                </a:solidFill>
                <a:latin typeface="DejaVu Sans"/>
                <a:ea typeface="DejaVu Sans"/>
                <a:cs typeface="DejaVu Sans"/>
              </a:rPr>
              <a:t>India</a:t>
            </a:r>
          </a:p>
        </p:txBody>
      </p:sp>
      <p:sp>
        <p:nvSpPr>
          <p:cNvPr id="5" name="">
            <a:extLst xmlns:a="http://schemas.openxmlformats.org/drawingml/2006/main">
              <a:ext uri="{FF2B5EF4-FFF2-40B4-BE49-F238E27FC236}">
                <a16:creationId xmlns:a16="http://schemas.microsoft.com/office/drawing/2014/main" id="{96C3BA68-0693-4956-8DA1-B50F1F58F212}"/>
              </a:ext>
            </a:extLst>
          </p:cNvPr>
          <p:cNvSpPr>
            <a:spLocks xmlns:a="http://schemas.openxmlformats.org/drawingml/2006/main" noGrp="1"/>
          </p:cNvSpPr>
          <p:nvPr/>
        </p:nvSpPr>
        <p:spPr>
          <a:xfrm xmlns:a="http://schemas.openxmlformats.org/drawingml/2006/main">
            <a:off x="609600" y="3333750"/>
            <a:ext cx="9906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000" b="0">
                <a:solidFill>
                  <a:srgbClr val="FFFFFF"/>
                </a:solidFill>
                <a:latin typeface="DejaVu Sans"/>
                <a:ea typeface="DejaVu Sans"/>
                <a:cs typeface="DejaVu Sans"/>
              </a:defRPr>
            </a:defPPr>
            <a:lvl1pPr>
              <a:defRPr sz="3000" b="0">
                <a:solidFill>
                  <a:srgbClr val="FFFFFF"/>
                </a:solidFill>
                <a:latin typeface="DejaVu Sans"/>
                <a:ea typeface="DejaVu Sans"/>
                <a:cs typeface="DejaVu Sans"/>
              </a:defRPr>
            </a:lvl1pPr>
            <a:lvl2pPr>
              <a:defRPr sz="3000" b="0">
                <a:solidFill>
                  <a:srgbClr val="FFFFFF"/>
                </a:solidFill>
                <a:latin typeface="DejaVu Sans"/>
                <a:ea typeface="DejaVu Sans"/>
                <a:cs typeface="DejaVu Sans"/>
              </a:defRPr>
            </a:lvl2pPr>
            <a:lvl3pPr>
              <a:defRPr sz="3000" b="0">
                <a:solidFill>
                  <a:srgbClr val="FFFFFF"/>
                </a:solidFill>
                <a:latin typeface="DejaVu Sans"/>
                <a:ea typeface="DejaVu Sans"/>
                <a:cs typeface="DejaVu Sans"/>
              </a:defRPr>
            </a:lvl3pPr>
            <a:lvl4pPr>
              <a:defRPr sz="3000" b="0">
                <a:solidFill>
                  <a:srgbClr val="FFFFFF"/>
                </a:solidFill>
                <a:latin typeface="DejaVu Sans"/>
                <a:ea typeface="DejaVu Sans"/>
                <a:cs typeface="DejaVu Sans"/>
              </a:defRPr>
            </a:lvl4pPr>
            <a:lvl5pPr>
              <a:defRPr sz="3000" b="0">
                <a:solidFill>
                  <a:srgbClr val="FFFFFF"/>
                </a:solidFill>
                <a:latin typeface="DejaVu Sans"/>
                <a:ea typeface="DejaVu Sans"/>
                <a:cs typeface="DejaVu Sans"/>
              </a:defRPr>
            </a:lvl5pPr>
            <a:lvl6pPr>
              <a:defRPr sz="3000" b="0">
                <a:solidFill>
                  <a:srgbClr val="FFFFFF"/>
                </a:solidFill>
                <a:latin typeface="DejaVu Sans"/>
                <a:ea typeface="DejaVu Sans"/>
                <a:cs typeface="DejaVu Sans"/>
              </a:defRPr>
            </a:lvl6pPr>
            <a:lvl7pPr>
              <a:defRPr sz="3000" b="0">
                <a:solidFill>
                  <a:srgbClr val="FFFFFF"/>
                </a:solidFill>
                <a:latin typeface="DejaVu Sans"/>
                <a:ea typeface="DejaVu Sans"/>
                <a:cs typeface="DejaVu Sans"/>
              </a:defRPr>
            </a:lvl7pPr>
            <a:lvl8pPr>
              <a:defRPr sz="3000" b="0">
                <a:solidFill>
                  <a:srgbClr val="FFFFFF"/>
                </a:solidFill>
                <a:latin typeface="DejaVu Sans"/>
                <a:ea typeface="DejaVu Sans"/>
                <a:cs typeface="DejaVu Sans"/>
              </a:defRPr>
            </a:lvl8pPr>
            <a:lvl9pPr>
              <a:defRPr sz="3000" b="0">
                <a:solidFill>
                  <a:srgbClr val="FFFFFF"/>
                </a:solidFill>
                <a:latin typeface="DejaVu Sans"/>
                <a:ea typeface="DejaVu Sans"/>
                <a:cs typeface="DejaVu Sans"/>
              </a:defRPr>
            </a:lvl9pPr>
          </a:lstStyle>
          <a:p xmlns:a="http://schemas.openxmlformats.org/drawingml/2006/main">
            <a:pPr>
              <a:defRPr sz="3000" b="0">
                <a:solidFill>
                  <a:srgbClr val="FFFFFF"/>
                </a:solidFill>
                <a:latin typeface="DejaVu Sans"/>
                <a:ea typeface="DejaVu Sans"/>
                <a:cs typeface="DejaVu Sans"/>
              </a:defRPr>
            </a:pPr>
            <a:r>
              <a:rPr sz="3000" b="0">
                <a:solidFill>
                  <a:srgbClr val="FFFFFF"/>
                </a:solidFill>
                <a:latin typeface="DejaVu Sans"/>
                <a:ea typeface="DejaVu Sans"/>
                <a:cs typeface="DejaVu Sans"/>
              </a:rPr>
              <a:t>An adaptive patient twin</a:t>
            </a:r>
          </a:p>
          <a:p xmlns:a="http://schemas.openxmlformats.org/drawingml/2006/main">
            <a:pPr>
              <a:defRPr sz="3000" b="0">
                <a:solidFill>
                  <a:srgbClr val="FFFFFF"/>
                </a:solidFill>
                <a:latin typeface="DejaVu Sans"/>
                <a:ea typeface="DejaVu Sans"/>
                <a:cs typeface="DejaVu Sans"/>
              </a:defRPr>
            </a:pPr>
            <a:r>
              <a:rPr sz="3000" b="0">
                <a:solidFill>
                  <a:srgbClr val="FFFFFF"/>
                </a:solidFill>
                <a:latin typeface="DejaVu Sans"/>
                <a:ea typeface="DejaVu Sans"/>
                <a:cs typeface="DejaVu Sans"/>
              </a:rPr>
              <a:t>for glucose forecasting</a:t>
            </a:r>
          </a:p>
        </p:txBody>
      </p:sp>
      <p:sp>
        <p:nvSpPr>
          <p:cNvPr id="6" name="">
            <a:extLst xmlns:a="http://schemas.openxmlformats.org/drawingml/2006/main">
              <a:ext uri="{FF2B5EF4-FFF2-40B4-BE49-F238E27FC236}">
                <a16:creationId xmlns:a16="http://schemas.microsoft.com/office/drawing/2014/main" id="{6EE15D49-C876-4271-8B14-D7BB14A59333}"/>
              </a:ext>
            </a:extLst>
          </p:cNvPr>
          <p:cNvSpPr>
            <a:spLocks xmlns:a="http://schemas.openxmlformats.org/drawingml/2006/main" noGrp="1"/>
          </p:cNvSpPr>
          <p:nvPr/>
        </p:nvSpPr>
        <p:spPr>
          <a:xfrm xmlns:a="http://schemas.openxmlformats.org/drawingml/2006/main">
            <a:off x="619125" y="49339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B7CBD6"/>
                </a:solidFill>
                <a:latin typeface="DejaVu Sans"/>
                <a:ea typeface="DejaVu Sans"/>
                <a:cs typeface="DejaVu Sans"/>
              </a:defRPr>
            </a:defPPr>
            <a:lvl1pPr>
              <a:defRPr sz="1875" b="0">
                <a:solidFill>
                  <a:srgbClr val="B7CBD6"/>
                </a:solidFill>
                <a:latin typeface="DejaVu Sans"/>
                <a:ea typeface="DejaVu Sans"/>
                <a:cs typeface="DejaVu Sans"/>
              </a:defRPr>
            </a:lvl1pPr>
            <a:lvl2pPr>
              <a:defRPr sz="1875" b="0">
                <a:solidFill>
                  <a:srgbClr val="B7CBD6"/>
                </a:solidFill>
                <a:latin typeface="DejaVu Sans"/>
                <a:ea typeface="DejaVu Sans"/>
                <a:cs typeface="DejaVu Sans"/>
              </a:defRPr>
            </a:lvl2pPr>
            <a:lvl3pPr>
              <a:defRPr sz="1875" b="0">
                <a:solidFill>
                  <a:srgbClr val="B7CBD6"/>
                </a:solidFill>
                <a:latin typeface="DejaVu Sans"/>
                <a:ea typeface="DejaVu Sans"/>
                <a:cs typeface="DejaVu Sans"/>
              </a:defRPr>
            </a:lvl3pPr>
            <a:lvl4pPr>
              <a:defRPr sz="1875" b="0">
                <a:solidFill>
                  <a:srgbClr val="B7CBD6"/>
                </a:solidFill>
                <a:latin typeface="DejaVu Sans"/>
                <a:ea typeface="DejaVu Sans"/>
                <a:cs typeface="DejaVu Sans"/>
              </a:defRPr>
            </a:lvl4pPr>
            <a:lvl5pPr>
              <a:defRPr sz="1875" b="0">
                <a:solidFill>
                  <a:srgbClr val="B7CBD6"/>
                </a:solidFill>
                <a:latin typeface="DejaVu Sans"/>
                <a:ea typeface="DejaVu Sans"/>
                <a:cs typeface="DejaVu Sans"/>
              </a:defRPr>
            </a:lvl5pPr>
            <a:lvl6pPr>
              <a:defRPr sz="1875" b="0">
                <a:solidFill>
                  <a:srgbClr val="B7CBD6"/>
                </a:solidFill>
                <a:latin typeface="DejaVu Sans"/>
                <a:ea typeface="DejaVu Sans"/>
                <a:cs typeface="DejaVu Sans"/>
              </a:defRPr>
            </a:lvl6pPr>
            <a:lvl7pPr>
              <a:defRPr sz="1875" b="0">
                <a:solidFill>
                  <a:srgbClr val="B7CBD6"/>
                </a:solidFill>
                <a:latin typeface="DejaVu Sans"/>
                <a:ea typeface="DejaVu Sans"/>
                <a:cs typeface="DejaVu Sans"/>
              </a:defRPr>
            </a:lvl7pPr>
            <a:lvl8pPr>
              <a:defRPr sz="1875" b="0">
                <a:solidFill>
                  <a:srgbClr val="B7CBD6"/>
                </a:solidFill>
                <a:latin typeface="DejaVu Sans"/>
                <a:ea typeface="DejaVu Sans"/>
                <a:cs typeface="DejaVu Sans"/>
              </a:defRPr>
            </a:lvl8pPr>
            <a:lvl9pPr>
              <a:defRPr sz="1875" b="0">
                <a:solidFill>
                  <a:srgbClr val="B7CBD6"/>
                </a:solidFill>
                <a:latin typeface="DejaVu Sans"/>
                <a:ea typeface="DejaVu Sans"/>
                <a:cs typeface="DejaVu Sans"/>
              </a:defRPr>
            </a:lvl9pPr>
          </a:lstStyle>
          <a:p xmlns:a="http://schemas.openxmlformats.org/drawingml/2006/main">
            <a:pPr>
              <a:defRPr sz="1875" b="0">
                <a:solidFill>
                  <a:srgbClr val="B7CBD6"/>
                </a:solidFill>
                <a:latin typeface="DejaVu Sans"/>
                <a:ea typeface="DejaVu Sans"/>
                <a:cs typeface="DejaVu Sans"/>
              </a:defRPr>
            </a:pPr>
            <a:r>
              <a:rPr sz="1875" b="0">
                <a:solidFill>
                  <a:srgbClr val="B7CBD6"/>
                </a:solidFill>
                <a:latin typeface="DejaVu Sans"/>
                <a:ea typeface="DejaVu Sans"/>
                <a:cs typeface="DejaVu Sans"/>
              </a:rPr>
              <a:t>Dipanshu Raj · Team product</a:t>
            </a:r>
          </a:p>
          <a:p xmlns:a="http://schemas.openxmlformats.org/drawingml/2006/main">
            <a:pPr>
              <a:defRPr sz="1875" b="0">
                <a:solidFill>
                  <a:srgbClr val="B7CBD6"/>
                </a:solidFill>
                <a:latin typeface="DejaVu Sans"/>
                <a:ea typeface="DejaVu Sans"/>
                <a:cs typeface="DejaVu Sans"/>
              </a:defRPr>
            </a:pPr>
            <a:r>
              <a:rPr sz="1875" b="0">
                <a:solidFill>
                  <a:srgbClr val="B7CBD6"/>
                </a:solidFill>
                <a:latin typeface="DejaVu Sans"/>
                <a:ea typeface="DejaVu Sans"/>
                <a:cs typeface="DejaVu Sans"/>
              </a:rPr>
              <a:t>Indian Institute of Technology Kanpur</a:t>
            </a:r>
          </a:p>
        </p:txBody>
      </p:sp>
      <p:sp>
        <p:nvSpPr>
          <p:cNvPr id="7" name="">
            <a:extLst xmlns:a="http://schemas.openxmlformats.org/drawingml/2006/main">
              <a:ext uri="{FF2B5EF4-FFF2-40B4-BE49-F238E27FC236}">
                <a16:creationId xmlns:a16="http://schemas.microsoft.com/office/drawing/2014/main" id="{683C5035-A5C9-4107-9846-3D85A0D0BCCF}"/>
              </a:ext>
            </a:extLst>
          </p:cNvPr>
          <p:cNvSpPr>
            <a:spLocks xmlns:a="http://schemas.openxmlformats.org/drawingml/2006/main" noGrp="1"/>
          </p:cNvSpPr>
          <p:nvPr/>
        </p:nvSpPr>
        <p:spPr>
          <a:xfrm xmlns:a="http://schemas.openxmlformats.org/drawingml/2006/main">
            <a:off x="619125" y="59245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B7CBD6"/>
                </a:solidFill>
                <a:latin typeface="DejaVu Sans"/>
                <a:ea typeface="DejaVu Sans"/>
                <a:cs typeface="DejaVu Sans"/>
              </a:defRPr>
            </a:defPPr>
            <a:lvl1pPr>
              <a:defRPr sz="1350" b="0">
                <a:solidFill>
                  <a:srgbClr val="B7CBD6"/>
                </a:solidFill>
                <a:latin typeface="DejaVu Sans"/>
                <a:ea typeface="DejaVu Sans"/>
                <a:cs typeface="DejaVu Sans"/>
              </a:defRPr>
            </a:lvl1pPr>
            <a:lvl2pPr>
              <a:defRPr sz="1350" b="0">
                <a:solidFill>
                  <a:srgbClr val="B7CBD6"/>
                </a:solidFill>
                <a:latin typeface="DejaVu Sans"/>
                <a:ea typeface="DejaVu Sans"/>
                <a:cs typeface="DejaVu Sans"/>
              </a:defRPr>
            </a:lvl2pPr>
            <a:lvl3pPr>
              <a:defRPr sz="1350" b="0">
                <a:solidFill>
                  <a:srgbClr val="B7CBD6"/>
                </a:solidFill>
                <a:latin typeface="DejaVu Sans"/>
                <a:ea typeface="DejaVu Sans"/>
                <a:cs typeface="DejaVu Sans"/>
              </a:defRPr>
            </a:lvl3pPr>
            <a:lvl4pPr>
              <a:defRPr sz="1350" b="0">
                <a:solidFill>
                  <a:srgbClr val="B7CBD6"/>
                </a:solidFill>
                <a:latin typeface="DejaVu Sans"/>
                <a:ea typeface="DejaVu Sans"/>
                <a:cs typeface="DejaVu Sans"/>
              </a:defRPr>
            </a:lvl4pPr>
            <a:lvl5pPr>
              <a:defRPr sz="1350" b="0">
                <a:solidFill>
                  <a:srgbClr val="B7CBD6"/>
                </a:solidFill>
                <a:latin typeface="DejaVu Sans"/>
                <a:ea typeface="DejaVu Sans"/>
                <a:cs typeface="DejaVu Sans"/>
              </a:defRPr>
            </a:lvl5pPr>
            <a:lvl6pPr>
              <a:defRPr sz="1350" b="0">
                <a:solidFill>
                  <a:srgbClr val="B7CBD6"/>
                </a:solidFill>
                <a:latin typeface="DejaVu Sans"/>
                <a:ea typeface="DejaVu Sans"/>
                <a:cs typeface="DejaVu Sans"/>
              </a:defRPr>
            </a:lvl6pPr>
            <a:lvl7pPr>
              <a:defRPr sz="1350" b="0">
                <a:solidFill>
                  <a:srgbClr val="B7CBD6"/>
                </a:solidFill>
                <a:latin typeface="DejaVu Sans"/>
                <a:ea typeface="DejaVu Sans"/>
                <a:cs typeface="DejaVu Sans"/>
              </a:defRPr>
            </a:lvl7pPr>
            <a:lvl8pPr>
              <a:defRPr sz="1350" b="0">
                <a:solidFill>
                  <a:srgbClr val="B7CBD6"/>
                </a:solidFill>
                <a:latin typeface="DejaVu Sans"/>
                <a:ea typeface="DejaVu Sans"/>
                <a:cs typeface="DejaVu Sans"/>
              </a:defRPr>
            </a:lvl8pPr>
            <a:lvl9pPr>
              <a:defRPr sz="1350" b="0">
                <a:solidFill>
                  <a:srgbClr val="B7CBD6"/>
                </a:solidFill>
                <a:latin typeface="DejaVu Sans"/>
                <a:ea typeface="DejaVu Sans"/>
                <a:cs typeface="DejaVu Sans"/>
              </a:defRPr>
            </a:lvl9pPr>
          </a:lstStyle>
          <a:p xmlns:a="http://schemas.openxmlformats.org/drawingml/2006/main">
            <a:pPr>
              <a:defRPr sz="1350" b="0">
                <a:solidFill>
                  <a:srgbClr val="B7CBD6"/>
                </a:solidFill>
                <a:latin typeface="DejaVu Sans"/>
                <a:ea typeface="DejaVu Sans"/>
                <a:cs typeface="DejaVu Sans"/>
              </a:defRPr>
            </a:pPr>
            <a:r>
              <a:rPr sz="1350" b="0">
                <a:solidFill>
                  <a:srgbClr val="B7CBD6"/>
                </a:solidFill>
                <a:latin typeface="DejaVu Sans"/>
                <a:ea typeface="DejaVu Sans"/>
                <a:cs typeface="DejaVu Sans"/>
              </a:rPr>
              <a:t>Digital Twin Challenge 2026 · Research proof-of-concept</a:t>
            </a:r>
          </a:p>
        </p:txBody>
      </p:sp>
    </p:spTree>
    <p:extLst>
      <p:ext uri="{BB962C8B-B14F-4D97-AF65-F5344CB8AC3E}">
        <p14:creationId xmlns:p14="http://schemas.microsoft.com/office/powerpoint/2010/main" val="1184511154"/>
      </p:ext>
    </p:extLst>
  </p:cSld>
</p:sld>
</file>

<file path=ppt/slides/slide2.xml><?xml version="1.0" encoding="utf-8"?>
<p:sld xmlns:p="http://schemas.openxmlformats.org/presentationml/2006/main">
  <p:cSld>
    <p:bg>
      <p:bgPr>
        <a:solidFill xmlns:a="http://schemas.openxmlformats.org/drawingml/2006/main">
          <a:srgbClr val="F5F8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EFC359E-622A-4842-8CC5-1B9E284D64CB}"/>
              </a:ext>
            </a:extLst>
          </p:cNvPr>
          <p:cNvSpPr>
            <a:spLocks xmlns:a="http://schemas.openxmlformats.org/drawingml/2006/main" noGrp="1"/>
          </p:cNvSpPr>
          <p:nvPr/>
        </p:nvSpPr>
        <p:spPr>
          <a:xfrm xmlns:a="http://schemas.openxmlformats.org/drawingml/2006/main">
            <a:off x="571500" y="400050"/>
            <a:ext cx="11049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150" b="1">
                <a:solidFill>
                  <a:srgbClr val="10283D"/>
                </a:solidFill>
                <a:latin typeface="DejaVu Sans"/>
                <a:ea typeface="DejaVu Sans"/>
                <a:cs typeface="DejaVu Sans"/>
              </a:defRPr>
            </a:defPPr>
            <a:lvl1pPr>
              <a:defRPr sz="3150" b="1">
                <a:solidFill>
                  <a:srgbClr val="10283D"/>
                </a:solidFill>
                <a:latin typeface="DejaVu Sans"/>
                <a:ea typeface="DejaVu Sans"/>
                <a:cs typeface="DejaVu Sans"/>
              </a:defRPr>
            </a:lvl1pPr>
            <a:lvl2pPr>
              <a:defRPr sz="3150" b="1">
                <a:solidFill>
                  <a:srgbClr val="10283D"/>
                </a:solidFill>
                <a:latin typeface="DejaVu Sans"/>
                <a:ea typeface="DejaVu Sans"/>
                <a:cs typeface="DejaVu Sans"/>
              </a:defRPr>
            </a:lvl2pPr>
            <a:lvl3pPr>
              <a:defRPr sz="3150" b="1">
                <a:solidFill>
                  <a:srgbClr val="10283D"/>
                </a:solidFill>
                <a:latin typeface="DejaVu Sans"/>
                <a:ea typeface="DejaVu Sans"/>
                <a:cs typeface="DejaVu Sans"/>
              </a:defRPr>
            </a:lvl3pPr>
            <a:lvl4pPr>
              <a:defRPr sz="3150" b="1">
                <a:solidFill>
                  <a:srgbClr val="10283D"/>
                </a:solidFill>
                <a:latin typeface="DejaVu Sans"/>
                <a:ea typeface="DejaVu Sans"/>
                <a:cs typeface="DejaVu Sans"/>
              </a:defRPr>
            </a:lvl4pPr>
            <a:lvl5pPr>
              <a:defRPr sz="3150" b="1">
                <a:solidFill>
                  <a:srgbClr val="10283D"/>
                </a:solidFill>
                <a:latin typeface="DejaVu Sans"/>
                <a:ea typeface="DejaVu Sans"/>
                <a:cs typeface="DejaVu Sans"/>
              </a:defRPr>
            </a:lvl5pPr>
            <a:lvl6pPr>
              <a:defRPr sz="3150" b="1">
                <a:solidFill>
                  <a:srgbClr val="10283D"/>
                </a:solidFill>
                <a:latin typeface="DejaVu Sans"/>
                <a:ea typeface="DejaVu Sans"/>
                <a:cs typeface="DejaVu Sans"/>
              </a:defRPr>
            </a:lvl6pPr>
            <a:lvl7pPr>
              <a:defRPr sz="3150" b="1">
                <a:solidFill>
                  <a:srgbClr val="10283D"/>
                </a:solidFill>
                <a:latin typeface="DejaVu Sans"/>
                <a:ea typeface="DejaVu Sans"/>
                <a:cs typeface="DejaVu Sans"/>
              </a:defRPr>
            </a:lvl7pPr>
            <a:lvl8pPr>
              <a:defRPr sz="3150" b="1">
                <a:solidFill>
                  <a:srgbClr val="10283D"/>
                </a:solidFill>
                <a:latin typeface="DejaVu Sans"/>
                <a:ea typeface="DejaVu Sans"/>
                <a:cs typeface="DejaVu Sans"/>
              </a:defRPr>
            </a:lvl8pPr>
            <a:lvl9pPr>
              <a:defRPr sz="3150" b="1">
                <a:solidFill>
                  <a:srgbClr val="10283D"/>
                </a:solidFill>
                <a:latin typeface="DejaVu Sans"/>
                <a:ea typeface="DejaVu Sans"/>
                <a:cs typeface="DejaVu Sans"/>
              </a:defRPr>
            </a:lvl9pPr>
          </a:lstStyle>
          <a:p xmlns:a="http://schemas.openxmlformats.org/drawingml/2006/main">
            <a:pPr>
              <a:defRPr sz="3150" b="1">
                <a:solidFill>
                  <a:srgbClr val="10283D"/>
                </a:solidFill>
                <a:latin typeface="DejaVu Sans"/>
                <a:ea typeface="DejaVu Sans"/>
                <a:cs typeface="DejaVu Sans"/>
              </a:defRPr>
            </a:pPr>
            <a:r>
              <a:rPr sz="3150" b="1">
                <a:solidFill>
                  <a:srgbClr val="10283D"/>
                </a:solidFill>
                <a:latin typeface="DejaVu Sans"/>
                <a:ea typeface="DejaVu Sans"/>
                <a:cs typeface="DejaVu Sans"/>
              </a:rPr>
              <a:t>A focused clinical question</a:t>
            </a:r>
          </a:p>
        </p:txBody>
      </p:sp>
      <p:sp>
        <p:nvSpPr>
          <p:cNvPr id="2" name="">
            <a:extLst xmlns:a="http://schemas.openxmlformats.org/drawingml/2006/main">
              <a:ext uri="{FF2B5EF4-FFF2-40B4-BE49-F238E27FC236}">
                <a16:creationId xmlns:a16="http://schemas.microsoft.com/office/drawing/2014/main" id="{D7086116-EB31-444E-8820-13CA9D69A814}"/>
              </a:ext>
            </a:extLst>
          </p:cNvPr>
          <p:cNvSpPr>
            <a:spLocks xmlns:a="http://schemas.openxmlformats.org/drawingml/2006/main" noGrp="1"/>
          </p:cNvSpPr>
          <p:nvPr/>
        </p:nvSpPr>
        <p:spPr>
          <a:xfrm xmlns:a="http://schemas.openxmlformats.org/drawingml/2006/main">
            <a:off x="571500" y="6448425"/>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9717F"/>
                </a:solidFill>
                <a:latin typeface="DejaVu Sans"/>
                <a:ea typeface="DejaVu Sans"/>
                <a:cs typeface="DejaVu Sans"/>
              </a:defRPr>
            </a:defPPr>
            <a:lvl1pPr>
              <a:defRPr sz="1050" b="0">
                <a:solidFill>
                  <a:srgbClr val="59717F"/>
                </a:solidFill>
                <a:latin typeface="DejaVu Sans"/>
                <a:ea typeface="DejaVu Sans"/>
                <a:cs typeface="DejaVu Sans"/>
              </a:defRPr>
            </a:lvl1pPr>
            <a:lvl2pPr>
              <a:defRPr sz="1050" b="0">
                <a:solidFill>
                  <a:srgbClr val="59717F"/>
                </a:solidFill>
                <a:latin typeface="DejaVu Sans"/>
                <a:ea typeface="DejaVu Sans"/>
                <a:cs typeface="DejaVu Sans"/>
              </a:defRPr>
            </a:lvl2pPr>
            <a:lvl3pPr>
              <a:defRPr sz="1050" b="0">
                <a:solidFill>
                  <a:srgbClr val="59717F"/>
                </a:solidFill>
                <a:latin typeface="DejaVu Sans"/>
                <a:ea typeface="DejaVu Sans"/>
                <a:cs typeface="DejaVu Sans"/>
              </a:defRPr>
            </a:lvl3pPr>
            <a:lvl4pPr>
              <a:defRPr sz="1050" b="0">
                <a:solidFill>
                  <a:srgbClr val="59717F"/>
                </a:solidFill>
                <a:latin typeface="DejaVu Sans"/>
                <a:ea typeface="DejaVu Sans"/>
                <a:cs typeface="DejaVu Sans"/>
              </a:defRPr>
            </a:lvl4pPr>
            <a:lvl5pPr>
              <a:defRPr sz="1050" b="0">
                <a:solidFill>
                  <a:srgbClr val="59717F"/>
                </a:solidFill>
                <a:latin typeface="DejaVu Sans"/>
                <a:ea typeface="DejaVu Sans"/>
                <a:cs typeface="DejaVu Sans"/>
              </a:defRPr>
            </a:lvl5pPr>
            <a:lvl6pPr>
              <a:defRPr sz="1050" b="0">
                <a:solidFill>
                  <a:srgbClr val="59717F"/>
                </a:solidFill>
                <a:latin typeface="DejaVu Sans"/>
                <a:ea typeface="DejaVu Sans"/>
                <a:cs typeface="DejaVu Sans"/>
              </a:defRPr>
            </a:lvl6pPr>
            <a:lvl7pPr>
              <a:defRPr sz="1050" b="0">
                <a:solidFill>
                  <a:srgbClr val="59717F"/>
                </a:solidFill>
                <a:latin typeface="DejaVu Sans"/>
                <a:ea typeface="DejaVu Sans"/>
                <a:cs typeface="DejaVu Sans"/>
              </a:defRPr>
            </a:lvl7pPr>
            <a:lvl8pPr>
              <a:defRPr sz="1050" b="0">
                <a:solidFill>
                  <a:srgbClr val="59717F"/>
                </a:solidFill>
                <a:latin typeface="DejaVu Sans"/>
                <a:ea typeface="DejaVu Sans"/>
                <a:cs typeface="DejaVu Sans"/>
              </a:defRPr>
            </a:lvl8pPr>
            <a:lvl9pPr>
              <a:defRPr sz="1050" b="0">
                <a:solidFill>
                  <a:srgbClr val="59717F"/>
                </a:solidFill>
                <a:latin typeface="DejaVu Sans"/>
                <a:ea typeface="DejaVu Sans"/>
                <a:cs typeface="DejaVu Sans"/>
              </a:defRPr>
            </a:lvl9pPr>
          </a:lstStyle>
          <a:p xmlns:a="http://schemas.openxmlformats.org/drawingml/2006/main">
            <a:pPr>
              <a:defRPr sz="1050" b="0">
                <a:solidFill>
                  <a:srgbClr val="59717F"/>
                </a:solidFill>
                <a:latin typeface="DejaVu Sans"/>
                <a:ea typeface="DejaVu Sans"/>
                <a:cs typeface="DejaVu Sans"/>
              </a:defRPr>
            </a:pPr>
            <a:r>
              <a:rPr sz="1050" b="0">
                <a:solidFill>
                  <a:srgbClr val="59717F"/>
                </a:solidFill>
                <a:latin typeface="DejaVu Sans"/>
                <a:ea typeface="DejaVu Sans"/>
                <a:cs typeface="DejaVu Sans"/>
              </a:rPr>
              <a:t>TEAM PRODUCT  /  IIT KANPUR</a:t>
            </a:r>
          </a:p>
        </p:txBody>
      </p:sp>
      <p:sp>
        <p:nvSpPr>
          <p:cNvPr id="3" name="">
            <a:extLst xmlns:a="http://schemas.openxmlformats.org/drawingml/2006/main">
              <a:ext uri="{FF2B5EF4-FFF2-40B4-BE49-F238E27FC236}">
                <a16:creationId xmlns:a16="http://schemas.microsoft.com/office/drawing/2014/main" id="{0428EDF0-6C02-49F2-A917-5921311815C4}"/>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9717F"/>
                </a:solidFill>
                <a:latin typeface="DejaVu Sans"/>
                <a:ea typeface="DejaVu Sans"/>
                <a:cs typeface="DejaVu Sans"/>
              </a:defRPr>
            </a:defPPr>
            <a:lvl1pPr>
              <a:defRPr sz="1050" b="0">
                <a:solidFill>
                  <a:srgbClr val="59717F"/>
                </a:solidFill>
                <a:latin typeface="DejaVu Sans"/>
                <a:ea typeface="DejaVu Sans"/>
                <a:cs typeface="DejaVu Sans"/>
              </a:defRPr>
            </a:lvl1pPr>
            <a:lvl2pPr>
              <a:defRPr sz="1050" b="0">
                <a:solidFill>
                  <a:srgbClr val="59717F"/>
                </a:solidFill>
                <a:latin typeface="DejaVu Sans"/>
                <a:ea typeface="DejaVu Sans"/>
                <a:cs typeface="DejaVu Sans"/>
              </a:defRPr>
            </a:lvl2pPr>
            <a:lvl3pPr>
              <a:defRPr sz="1050" b="0">
                <a:solidFill>
                  <a:srgbClr val="59717F"/>
                </a:solidFill>
                <a:latin typeface="DejaVu Sans"/>
                <a:ea typeface="DejaVu Sans"/>
                <a:cs typeface="DejaVu Sans"/>
              </a:defRPr>
            </a:lvl3pPr>
            <a:lvl4pPr>
              <a:defRPr sz="1050" b="0">
                <a:solidFill>
                  <a:srgbClr val="59717F"/>
                </a:solidFill>
                <a:latin typeface="DejaVu Sans"/>
                <a:ea typeface="DejaVu Sans"/>
                <a:cs typeface="DejaVu Sans"/>
              </a:defRPr>
            </a:lvl4pPr>
            <a:lvl5pPr>
              <a:defRPr sz="1050" b="0">
                <a:solidFill>
                  <a:srgbClr val="59717F"/>
                </a:solidFill>
                <a:latin typeface="DejaVu Sans"/>
                <a:ea typeface="DejaVu Sans"/>
                <a:cs typeface="DejaVu Sans"/>
              </a:defRPr>
            </a:lvl5pPr>
            <a:lvl6pPr>
              <a:defRPr sz="1050" b="0">
                <a:solidFill>
                  <a:srgbClr val="59717F"/>
                </a:solidFill>
                <a:latin typeface="DejaVu Sans"/>
                <a:ea typeface="DejaVu Sans"/>
                <a:cs typeface="DejaVu Sans"/>
              </a:defRPr>
            </a:lvl6pPr>
            <a:lvl7pPr>
              <a:defRPr sz="1050" b="0">
                <a:solidFill>
                  <a:srgbClr val="59717F"/>
                </a:solidFill>
                <a:latin typeface="DejaVu Sans"/>
                <a:ea typeface="DejaVu Sans"/>
                <a:cs typeface="DejaVu Sans"/>
              </a:defRPr>
            </a:lvl7pPr>
            <a:lvl8pPr>
              <a:defRPr sz="1050" b="0">
                <a:solidFill>
                  <a:srgbClr val="59717F"/>
                </a:solidFill>
                <a:latin typeface="DejaVu Sans"/>
                <a:ea typeface="DejaVu Sans"/>
                <a:cs typeface="DejaVu Sans"/>
              </a:defRPr>
            </a:lvl8pPr>
            <a:lvl9pPr>
              <a:defRPr sz="1050" b="0">
                <a:solidFill>
                  <a:srgbClr val="59717F"/>
                </a:solidFill>
                <a:latin typeface="DejaVu Sans"/>
                <a:ea typeface="DejaVu Sans"/>
                <a:cs typeface="DejaVu Sans"/>
              </a:defRPr>
            </a:lvl9pPr>
          </a:lstStyle>
          <a:p xmlns:a="http://schemas.openxmlformats.org/drawingml/2006/main">
            <a:pPr>
              <a:defRPr sz="1050" b="0">
                <a:solidFill>
                  <a:srgbClr val="59717F"/>
                </a:solidFill>
                <a:latin typeface="DejaVu Sans"/>
                <a:ea typeface="DejaVu Sans"/>
                <a:cs typeface="DejaVu Sans"/>
              </a:defRPr>
            </a:pPr>
            <a:r>
              <a:rPr sz="1050" b="0">
                <a:solidFill>
                  <a:srgbClr val="59717F"/>
                </a:solidFill>
                <a:latin typeface="DejaVu Sans"/>
                <a:ea typeface="DejaVu Sans"/>
                <a:cs typeface="DejaVu Sans"/>
              </a:rPr>
              <a:t>02</a:t>
            </a:r>
          </a:p>
        </p:txBody>
      </p:sp>
      <p:sp>
        <p:nvSpPr>
          <p:cNvPr id="4" name="">
            <a:extLst xmlns:a="http://schemas.openxmlformats.org/drawingml/2006/main">
              <a:ext uri="{FF2B5EF4-FFF2-40B4-BE49-F238E27FC236}">
                <a16:creationId xmlns:a16="http://schemas.microsoft.com/office/drawing/2014/main" id="{5FBF3AF4-8DA1-41D0-87BE-0064F7EA6381}"/>
              </a:ext>
            </a:extLst>
          </p:cNvPr>
          <p:cNvSpPr>
            <a:spLocks xmlns:a="http://schemas.openxmlformats.org/drawingml/2006/main" noGrp="1"/>
          </p:cNvSpPr>
          <p:nvPr/>
        </p:nvSpPr>
        <p:spPr>
          <a:xfrm xmlns:a="http://schemas.openxmlformats.org/drawingml/2006/main">
            <a:off x="571500" y="1524000"/>
            <a:ext cx="1047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625" b="1">
                <a:solidFill>
                  <a:srgbClr val="087F8C"/>
                </a:solidFill>
                <a:latin typeface="DejaVu Sans"/>
                <a:ea typeface="DejaVu Sans"/>
                <a:cs typeface="DejaVu Sans"/>
              </a:defRPr>
            </a:defPPr>
            <a:lvl1pPr>
              <a:defRPr sz="2625" b="1">
                <a:solidFill>
                  <a:srgbClr val="087F8C"/>
                </a:solidFill>
                <a:latin typeface="DejaVu Sans"/>
                <a:ea typeface="DejaVu Sans"/>
                <a:cs typeface="DejaVu Sans"/>
              </a:defRPr>
            </a:lvl1pPr>
            <a:lvl2pPr>
              <a:defRPr sz="2625" b="1">
                <a:solidFill>
                  <a:srgbClr val="087F8C"/>
                </a:solidFill>
                <a:latin typeface="DejaVu Sans"/>
                <a:ea typeface="DejaVu Sans"/>
                <a:cs typeface="DejaVu Sans"/>
              </a:defRPr>
            </a:lvl2pPr>
            <a:lvl3pPr>
              <a:defRPr sz="2625" b="1">
                <a:solidFill>
                  <a:srgbClr val="087F8C"/>
                </a:solidFill>
                <a:latin typeface="DejaVu Sans"/>
                <a:ea typeface="DejaVu Sans"/>
                <a:cs typeface="DejaVu Sans"/>
              </a:defRPr>
            </a:lvl3pPr>
            <a:lvl4pPr>
              <a:defRPr sz="2625" b="1">
                <a:solidFill>
                  <a:srgbClr val="087F8C"/>
                </a:solidFill>
                <a:latin typeface="DejaVu Sans"/>
                <a:ea typeface="DejaVu Sans"/>
                <a:cs typeface="DejaVu Sans"/>
              </a:defRPr>
            </a:lvl4pPr>
            <a:lvl5pPr>
              <a:defRPr sz="2625" b="1">
                <a:solidFill>
                  <a:srgbClr val="087F8C"/>
                </a:solidFill>
                <a:latin typeface="DejaVu Sans"/>
                <a:ea typeface="DejaVu Sans"/>
                <a:cs typeface="DejaVu Sans"/>
              </a:defRPr>
            </a:lvl5pPr>
            <a:lvl6pPr>
              <a:defRPr sz="2625" b="1">
                <a:solidFill>
                  <a:srgbClr val="087F8C"/>
                </a:solidFill>
                <a:latin typeface="DejaVu Sans"/>
                <a:ea typeface="DejaVu Sans"/>
                <a:cs typeface="DejaVu Sans"/>
              </a:defRPr>
            </a:lvl6pPr>
            <a:lvl7pPr>
              <a:defRPr sz="2625" b="1">
                <a:solidFill>
                  <a:srgbClr val="087F8C"/>
                </a:solidFill>
                <a:latin typeface="DejaVu Sans"/>
                <a:ea typeface="DejaVu Sans"/>
                <a:cs typeface="DejaVu Sans"/>
              </a:defRPr>
            </a:lvl7pPr>
            <a:lvl8pPr>
              <a:defRPr sz="2625" b="1">
                <a:solidFill>
                  <a:srgbClr val="087F8C"/>
                </a:solidFill>
                <a:latin typeface="DejaVu Sans"/>
                <a:ea typeface="DejaVu Sans"/>
                <a:cs typeface="DejaVu Sans"/>
              </a:defRPr>
            </a:lvl8pPr>
            <a:lvl9pPr>
              <a:defRPr sz="2625" b="1">
                <a:solidFill>
                  <a:srgbClr val="087F8C"/>
                </a:solidFill>
                <a:latin typeface="DejaVu Sans"/>
                <a:ea typeface="DejaVu Sans"/>
                <a:cs typeface="DejaVu Sans"/>
              </a:defRPr>
            </a:lvl9pPr>
          </a:lstStyle>
          <a:p xmlns:a="http://schemas.openxmlformats.org/drawingml/2006/main">
            <a:pPr>
              <a:defRPr sz="2625" b="1">
                <a:solidFill>
                  <a:srgbClr val="087F8C"/>
                </a:solidFill>
                <a:latin typeface="DejaVu Sans"/>
                <a:ea typeface="DejaVu Sans"/>
                <a:cs typeface="DejaVu Sans"/>
              </a:defRPr>
            </a:pPr>
            <a:r>
              <a:rPr sz="2625" b="1">
                <a:solidFill>
                  <a:srgbClr val="087F8C"/>
                </a:solidFill>
                <a:latin typeface="DejaVu Sans"/>
                <a:ea typeface="DejaVu Sans"/>
                <a:cs typeface="DejaVu Sans"/>
              </a:rPr>
              <a:t>Forecast a measurable outcome</a:t>
            </a:r>
          </a:p>
        </p:txBody>
      </p:sp>
      <p:sp>
        <p:nvSpPr>
          <p:cNvPr id="5" name="">
            <a:extLst xmlns:a="http://schemas.openxmlformats.org/drawingml/2006/main">
              <a:ext uri="{FF2B5EF4-FFF2-40B4-BE49-F238E27FC236}">
                <a16:creationId xmlns:a16="http://schemas.microsoft.com/office/drawing/2014/main" id="{F340AE3E-6582-49F9-AB14-445C1590FBB5}"/>
              </a:ext>
            </a:extLst>
          </p:cNvPr>
          <p:cNvSpPr>
            <a:spLocks xmlns:a="http://schemas.openxmlformats.org/drawingml/2006/main" noGrp="1"/>
          </p:cNvSpPr>
          <p:nvPr/>
        </p:nvSpPr>
        <p:spPr>
          <a:xfrm xmlns:a="http://schemas.openxmlformats.org/drawingml/2006/main">
            <a:off x="571500" y="2238375"/>
            <a:ext cx="10477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0">
                <a:solidFill>
                  <a:srgbClr val="10283D"/>
                </a:solidFill>
                <a:latin typeface="DejaVu Sans"/>
                <a:ea typeface="DejaVu Sans"/>
                <a:cs typeface="DejaVu Sans"/>
              </a:defRPr>
            </a:defPPr>
            <a:lvl1pPr>
              <a:defRPr sz="2325" b="0">
                <a:solidFill>
                  <a:srgbClr val="10283D"/>
                </a:solidFill>
                <a:latin typeface="DejaVu Sans"/>
                <a:ea typeface="DejaVu Sans"/>
                <a:cs typeface="DejaVu Sans"/>
              </a:defRPr>
            </a:lvl1pPr>
            <a:lvl2pPr>
              <a:defRPr sz="2325" b="0">
                <a:solidFill>
                  <a:srgbClr val="10283D"/>
                </a:solidFill>
                <a:latin typeface="DejaVu Sans"/>
                <a:ea typeface="DejaVu Sans"/>
                <a:cs typeface="DejaVu Sans"/>
              </a:defRPr>
            </a:lvl2pPr>
            <a:lvl3pPr>
              <a:defRPr sz="2325" b="0">
                <a:solidFill>
                  <a:srgbClr val="10283D"/>
                </a:solidFill>
                <a:latin typeface="DejaVu Sans"/>
                <a:ea typeface="DejaVu Sans"/>
                <a:cs typeface="DejaVu Sans"/>
              </a:defRPr>
            </a:lvl3pPr>
            <a:lvl4pPr>
              <a:defRPr sz="2325" b="0">
                <a:solidFill>
                  <a:srgbClr val="10283D"/>
                </a:solidFill>
                <a:latin typeface="DejaVu Sans"/>
                <a:ea typeface="DejaVu Sans"/>
                <a:cs typeface="DejaVu Sans"/>
              </a:defRPr>
            </a:lvl4pPr>
            <a:lvl5pPr>
              <a:defRPr sz="2325" b="0">
                <a:solidFill>
                  <a:srgbClr val="10283D"/>
                </a:solidFill>
                <a:latin typeface="DejaVu Sans"/>
                <a:ea typeface="DejaVu Sans"/>
                <a:cs typeface="DejaVu Sans"/>
              </a:defRPr>
            </a:lvl5pPr>
            <a:lvl6pPr>
              <a:defRPr sz="2325" b="0">
                <a:solidFill>
                  <a:srgbClr val="10283D"/>
                </a:solidFill>
                <a:latin typeface="DejaVu Sans"/>
                <a:ea typeface="DejaVu Sans"/>
                <a:cs typeface="DejaVu Sans"/>
              </a:defRPr>
            </a:lvl6pPr>
            <a:lvl7pPr>
              <a:defRPr sz="2325" b="0">
                <a:solidFill>
                  <a:srgbClr val="10283D"/>
                </a:solidFill>
                <a:latin typeface="DejaVu Sans"/>
                <a:ea typeface="DejaVu Sans"/>
                <a:cs typeface="DejaVu Sans"/>
              </a:defRPr>
            </a:lvl7pPr>
            <a:lvl8pPr>
              <a:defRPr sz="2325" b="0">
                <a:solidFill>
                  <a:srgbClr val="10283D"/>
                </a:solidFill>
                <a:latin typeface="DejaVu Sans"/>
                <a:ea typeface="DejaVu Sans"/>
                <a:cs typeface="DejaVu Sans"/>
              </a:defRPr>
            </a:lvl8pPr>
            <a:lvl9pPr>
              <a:defRPr sz="2325" b="0">
                <a:solidFill>
                  <a:srgbClr val="10283D"/>
                </a:solidFill>
                <a:latin typeface="DejaVu Sans"/>
                <a:ea typeface="DejaVu Sans"/>
                <a:cs typeface="DejaVu Sans"/>
              </a:defRPr>
            </a:lvl9pPr>
          </a:lstStyle>
          <a:p xmlns:a="http://schemas.openxmlformats.org/drawingml/2006/main">
            <a:pPr>
              <a:defRPr sz="2325" b="0">
                <a:solidFill>
                  <a:srgbClr val="10283D"/>
                </a:solidFill>
                <a:latin typeface="DejaVu Sans"/>
                <a:ea typeface="DejaVu Sans"/>
                <a:cs typeface="DejaVu Sans"/>
              </a:defRPr>
            </a:pPr>
            <a:r>
              <a:rPr sz="2325" b="0">
                <a:solidFill>
                  <a:srgbClr val="10283D"/>
                </a:solidFill>
                <a:latin typeface="DejaVu Sans"/>
                <a:ea typeface="DejaVu Sans"/>
                <a:cs typeface="DejaVu Sans"/>
              </a:rPr>
              <a:t>Glucose at 30, 60 and 120 minutes</a:t>
            </a:r>
          </a:p>
          <a:p xmlns:a="http://schemas.openxmlformats.org/drawingml/2006/main">
            <a:pPr>
              <a:defRPr sz="2325" b="0">
                <a:solidFill>
                  <a:srgbClr val="10283D"/>
                </a:solidFill>
                <a:latin typeface="DejaVu Sans"/>
                <a:ea typeface="DejaVu Sans"/>
                <a:cs typeface="DejaVu Sans"/>
              </a:defRPr>
            </a:pPr>
            <a:r>
              <a:rPr sz="2325" b="0">
                <a:solidFill>
                  <a:srgbClr val="10283D"/>
                </a:solidFill>
                <a:latin typeface="DejaVu Sans"/>
                <a:ea typeface="DejaVu Sans"/>
                <a:cs typeface="DejaVu Sans"/>
              </a:rPr>
              <a:t>Primary benchmark: 60-minute mean absolute error</a:t>
            </a:r>
          </a:p>
        </p:txBody>
      </p:sp>
      <p:sp>
        <p:nvSpPr>
          <p:cNvPr id="6" name="">
            <a:extLst xmlns:a="http://schemas.openxmlformats.org/drawingml/2006/main">
              <a:ext uri="{FF2B5EF4-FFF2-40B4-BE49-F238E27FC236}">
                <a16:creationId xmlns:a16="http://schemas.microsoft.com/office/drawing/2014/main" id="{19C89DF9-52B5-4769-97FE-EA8C26D12C82}"/>
              </a:ext>
            </a:extLst>
          </p:cNvPr>
          <p:cNvSpPr>
            <a:spLocks xmlns:a="http://schemas.openxmlformats.org/drawingml/2006/main" noGrp="1"/>
          </p:cNvSpPr>
          <p:nvPr/>
        </p:nvSpPr>
        <p:spPr>
          <a:xfrm xmlns:a="http://schemas.openxmlformats.org/drawingml/2006/main">
            <a:off x="571500" y="3857625"/>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087F8C"/>
                </a:solidFill>
                <a:latin typeface="DejaVu Sans"/>
                <a:ea typeface="DejaVu Sans"/>
                <a:cs typeface="DejaVu Sans"/>
              </a:defRPr>
            </a:defPPr>
            <a:lvl1pPr>
              <a:defRPr sz="1875" b="1">
                <a:solidFill>
                  <a:srgbClr val="087F8C"/>
                </a:solidFill>
                <a:latin typeface="DejaVu Sans"/>
                <a:ea typeface="DejaVu Sans"/>
                <a:cs typeface="DejaVu Sans"/>
              </a:defRPr>
            </a:lvl1pPr>
            <a:lvl2pPr>
              <a:defRPr sz="1875" b="1">
                <a:solidFill>
                  <a:srgbClr val="087F8C"/>
                </a:solidFill>
                <a:latin typeface="DejaVu Sans"/>
                <a:ea typeface="DejaVu Sans"/>
                <a:cs typeface="DejaVu Sans"/>
              </a:defRPr>
            </a:lvl2pPr>
            <a:lvl3pPr>
              <a:defRPr sz="1875" b="1">
                <a:solidFill>
                  <a:srgbClr val="087F8C"/>
                </a:solidFill>
                <a:latin typeface="DejaVu Sans"/>
                <a:ea typeface="DejaVu Sans"/>
                <a:cs typeface="DejaVu Sans"/>
              </a:defRPr>
            </a:lvl3pPr>
            <a:lvl4pPr>
              <a:defRPr sz="1875" b="1">
                <a:solidFill>
                  <a:srgbClr val="087F8C"/>
                </a:solidFill>
                <a:latin typeface="DejaVu Sans"/>
                <a:ea typeface="DejaVu Sans"/>
                <a:cs typeface="DejaVu Sans"/>
              </a:defRPr>
            </a:lvl4pPr>
            <a:lvl5pPr>
              <a:defRPr sz="1875" b="1">
                <a:solidFill>
                  <a:srgbClr val="087F8C"/>
                </a:solidFill>
                <a:latin typeface="DejaVu Sans"/>
                <a:ea typeface="DejaVu Sans"/>
                <a:cs typeface="DejaVu Sans"/>
              </a:defRPr>
            </a:lvl5pPr>
            <a:lvl6pPr>
              <a:defRPr sz="1875" b="1">
                <a:solidFill>
                  <a:srgbClr val="087F8C"/>
                </a:solidFill>
                <a:latin typeface="DejaVu Sans"/>
                <a:ea typeface="DejaVu Sans"/>
                <a:cs typeface="DejaVu Sans"/>
              </a:defRPr>
            </a:lvl6pPr>
            <a:lvl7pPr>
              <a:defRPr sz="1875" b="1">
                <a:solidFill>
                  <a:srgbClr val="087F8C"/>
                </a:solidFill>
                <a:latin typeface="DejaVu Sans"/>
                <a:ea typeface="DejaVu Sans"/>
                <a:cs typeface="DejaVu Sans"/>
              </a:defRPr>
            </a:lvl7pPr>
            <a:lvl8pPr>
              <a:defRPr sz="1875" b="1">
                <a:solidFill>
                  <a:srgbClr val="087F8C"/>
                </a:solidFill>
                <a:latin typeface="DejaVu Sans"/>
                <a:ea typeface="DejaVu Sans"/>
                <a:cs typeface="DejaVu Sans"/>
              </a:defRPr>
            </a:lvl8pPr>
            <a:lvl9pPr>
              <a:defRPr sz="1875" b="1">
                <a:solidFill>
                  <a:srgbClr val="087F8C"/>
                </a:solidFill>
                <a:latin typeface="DejaVu Sans"/>
                <a:ea typeface="DejaVu Sans"/>
                <a:cs typeface="DejaVu Sans"/>
              </a:defRPr>
            </a:lvl9pPr>
          </a:lstStyle>
          <a:p xmlns:a="http://schemas.openxmlformats.org/drawingml/2006/main">
            <a:pPr>
              <a:defRPr sz="1875" b="1">
                <a:solidFill>
                  <a:srgbClr val="087F8C"/>
                </a:solidFill>
                <a:latin typeface="DejaVu Sans"/>
                <a:ea typeface="DejaVu Sans"/>
                <a:cs typeface="DejaVu Sans"/>
              </a:defRPr>
            </a:pPr>
            <a:r>
              <a:rPr sz="1875" b="1">
                <a:solidFill>
                  <a:srgbClr val="087F8C"/>
                </a:solidFill>
                <a:latin typeface="DejaVu Sans"/>
                <a:ea typeface="DejaVu Sans"/>
                <a:cs typeface="DejaVu Sans"/>
              </a:rPr>
              <a:t>Exploratory adverse-event endpoint</a:t>
            </a:r>
          </a:p>
        </p:txBody>
      </p:sp>
      <p:sp>
        <p:nvSpPr>
          <p:cNvPr id="7" name="">
            <a:extLst xmlns:a="http://schemas.openxmlformats.org/drawingml/2006/main">
              <a:ext uri="{FF2B5EF4-FFF2-40B4-BE49-F238E27FC236}">
                <a16:creationId xmlns:a16="http://schemas.microsoft.com/office/drawing/2014/main" id="{D0C7CA04-4CB6-456A-86D6-4A127E01FC12}"/>
              </a:ext>
            </a:extLst>
          </p:cNvPr>
          <p:cNvSpPr>
            <a:spLocks xmlns:a="http://schemas.openxmlformats.org/drawingml/2006/main" noGrp="1"/>
          </p:cNvSpPr>
          <p:nvPr/>
        </p:nvSpPr>
        <p:spPr>
          <a:xfrm xmlns:a="http://schemas.openxmlformats.org/drawingml/2006/main">
            <a:off x="571500" y="4219575"/>
            <a:ext cx="1047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9717F"/>
                </a:solidFill>
                <a:latin typeface="DejaVu Sans"/>
                <a:ea typeface="DejaVu Sans"/>
                <a:cs typeface="DejaVu Sans"/>
              </a:defRPr>
            </a:defPPr>
            <a:lvl1pPr>
              <a:defRPr sz="1575" b="0">
                <a:solidFill>
                  <a:srgbClr val="59717F"/>
                </a:solidFill>
                <a:latin typeface="DejaVu Sans"/>
                <a:ea typeface="DejaVu Sans"/>
                <a:cs typeface="DejaVu Sans"/>
              </a:defRPr>
            </a:lvl1pPr>
            <a:lvl2pPr>
              <a:defRPr sz="1575" b="0">
                <a:solidFill>
                  <a:srgbClr val="59717F"/>
                </a:solidFill>
                <a:latin typeface="DejaVu Sans"/>
                <a:ea typeface="DejaVu Sans"/>
                <a:cs typeface="DejaVu Sans"/>
              </a:defRPr>
            </a:lvl2pPr>
            <a:lvl3pPr>
              <a:defRPr sz="1575" b="0">
                <a:solidFill>
                  <a:srgbClr val="59717F"/>
                </a:solidFill>
                <a:latin typeface="DejaVu Sans"/>
                <a:ea typeface="DejaVu Sans"/>
                <a:cs typeface="DejaVu Sans"/>
              </a:defRPr>
            </a:lvl3pPr>
            <a:lvl4pPr>
              <a:defRPr sz="1575" b="0">
                <a:solidFill>
                  <a:srgbClr val="59717F"/>
                </a:solidFill>
                <a:latin typeface="DejaVu Sans"/>
                <a:ea typeface="DejaVu Sans"/>
                <a:cs typeface="DejaVu Sans"/>
              </a:defRPr>
            </a:lvl4pPr>
            <a:lvl5pPr>
              <a:defRPr sz="1575" b="0">
                <a:solidFill>
                  <a:srgbClr val="59717F"/>
                </a:solidFill>
                <a:latin typeface="DejaVu Sans"/>
                <a:ea typeface="DejaVu Sans"/>
                <a:cs typeface="DejaVu Sans"/>
              </a:defRPr>
            </a:lvl5pPr>
            <a:lvl6pPr>
              <a:defRPr sz="1575" b="0">
                <a:solidFill>
                  <a:srgbClr val="59717F"/>
                </a:solidFill>
                <a:latin typeface="DejaVu Sans"/>
                <a:ea typeface="DejaVu Sans"/>
                <a:cs typeface="DejaVu Sans"/>
              </a:defRPr>
            </a:lvl6pPr>
            <a:lvl7pPr>
              <a:defRPr sz="1575" b="0">
                <a:solidFill>
                  <a:srgbClr val="59717F"/>
                </a:solidFill>
                <a:latin typeface="DejaVu Sans"/>
                <a:ea typeface="DejaVu Sans"/>
                <a:cs typeface="DejaVu Sans"/>
              </a:defRPr>
            </a:lvl7pPr>
            <a:lvl8pPr>
              <a:defRPr sz="1575" b="0">
                <a:solidFill>
                  <a:srgbClr val="59717F"/>
                </a:solidFill>
                <a:latin typeface="DejaVu Sans"/>
                <a:ea typeface="DejaVu Sans"/>
                <a:cs typeface="DejaVu Sans"/>
              </a:defRPr>
            </a:lvl8pPr>
            <a:lvl9pPr>
              <a:defRPr sz="1575" b="0">
                <a:solidFill>
                  <a:srgbClr val="59717F"/>
                </a:solidFill>
                <a:latin typeface="DejaVu Sans"/>
                <a:ea typeface="DejaVu Sans"/>
                <a:cs typeface="DejaVu Sans"/>
              </a:defRPr>
            </a:lvl9pPr>
          </a:lstStyle>
          <a:p xmlns:a="http://schemas.openxmlformats.org/drawingml/2006/main">
            <a:pPr>
              <a:defRPr sz="1575" b="0">
                <a:solidFill>
                  <a:srgbClr val="59717F"/>
                </a:solidFill>
                <a:latin typeface="DejaVu Sans"/>
                <a:ea typeface="DejaVu Sans"/>
                <a:cs typeface="DejaVu Sans"/>
              </a:defRPr>
            </a:pPr>
            <a:r>
              <a:rPr sz="1575" b="0">
                <a:solidFill>
                  <a:srgbClr val="59717F"/>
                </a:solidFill>
                <a:latin typeface="DejaVu Sans"/>
                <a:ea typeface="DejaVu Sans"/>
                <a:cs typeface="DejaVu Sans"/>
              </a:rPr>
              <a:t>New onset above 180 mg/dL for three five-minute bins, all inside the next hour.</a:t>
            </a:r>
          </a:p>
        </p:txBody>
      </p:sp>
      <p:sp>
        <p:nvSpPr>
          <p:cNvPr id="8" name="">
            <a:extLst xmlns:a="http://schemas.openxmlformats.org/drawingml/2006/main">
              <a:ext uri="{FF2B5EF4-FFF2-40B4-BE49-F238E27FC236}">
                <a16:creationId xmlns:a16="http://schemas.microsoft.com/office/drawing/2014/main" id="{37D21B81-317A-4013-B754-6F5664D0DFC0}"/>
              </a:ext>
            </a:extLst>
          </p:cNvPr>
          <p:cNvSpPr>
            <a:spLocks xmlns:a="http://schemas.openxmlformats.org/drawingml/2006/main" noGrp="1"/>
          </p:cNvSpPr>
          <p:nvPr/>
        </p:nvSpPr>
        <p:spPr>
          <a:xfrm xmlns:a="http://schemas.openxmlformats.org/drawingml/2006/main">
            <a:off x="571500" y="485775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087F8C"/>
                </a:solidFill>
                <a:latin typeface="DejaVu Sans"/>
                <a:ea typeface="DejaVu Sans"/>
                <a:cs typeface="DejaVu Sans"/>
              </a:defRPr>
            </a:defPPr>
            <a:lvl1pPr>
              <a:defRPr sz="1875" b="1">
                <a:solidFill>
                  <a:srgbClr val="087F8C"/>
                </a:solidFill>
                <a:latin typeface="DejaVu Sans"/>
                <a:ea typeface="DejaVu Sans"/>
                <a:cs typeface="DejaVu Sans"/>
              </a:defRPr>
            </a:lvl1pPr>
            <a:lvl2pPr>
              <a:defRPr sz="1875" b="1">
                <a:solidFill>
                  <a:srgbClr val="087F8C"/>
                </a:solidFill>
                <a:latin typeface="DejaVu Sans"/>
                <a:ea typeface="DejaVu Sans"/>
                <a:cs typeface="DejaVu Sans"/>
              </a:defRPr>
            </a:lvl2pPr>
            <a:lvl3pPr>
              <a:defRPr sz="1875" b="1">
                <a:solidFill>
                  <a:srgbClr val="087F8C"/>
                </a:solidFill>
                <a:latin typeface="DejaVu Sans"/>
                <a:ea typeface="DejaVu Sans"/>
                <a:cs typeface="DejaVu Sans"/>
              </a:defRPr>
            </a:lvl3pPr>
            <a:lvl4pPr>
              <a:defRPr sz="1875" b="1">
                <a:solidFill>
                  <a:srgbClr val="087F8C"/>
                </a:solidFill>
                <a:latin typeface="DejaVu Sans"/>
                <a:ea typeface="DejaVu Sans"/>
                <a:cs typeface="DejaVu Sans"/>
              </a:defRPr>
            </a:lvl4pPr>
            <a:lvl5pPr>
              <a:defRPr sz="1875" b="1">
                <a:solidFill>
                  <a:srgbClr val="087F8C"/>
                </a:solidFill>
                <a:latin typeface="DejaVu Sans"/>
                <a:ea typeface="DejaVu Sans"/>
                <a:cs typeface="DejaVu Sans"/>
              </a:defRPr>
            </a:lvl5pPr>
            <a:lvl6pPr>
              <a:defRPr sz="1875" b="1">
                <a:solidFill>
                  <a:srgbClr val="087F8C"/>
                </a:solidFill>
                <a:latin typeface="DejaVu Sans"/>
                <a:ea typeface="DejaVu Sans"/>
                <a:cs typeface="DejaVu Sans"/>
              </a:defRPr>
            </a:lvl6pPr>
            <a:lvl7pPr>
              <a:defRPr sz="1875" b="1">
                <a:solidFill>
                  <a:srgbClr val="087F8C"/>
                </a:solidFill>
                <a:latin typeface="DejaVu Sans"/>
                <a:ea typeface="DejaVu Sans"/>
                <a:cs typeface="DejaVu Sans"/>
              </a:defRPr>
            </a:lvl7pPr>
            <a:lvl8pPr>
              <a:defRPr sz="1875" b="1">
                <a:solidFill>
                  <a:srgbClr val="087F8C"/>
                </a:solidFill>
                <a:latin typeface="DejaVu Sans"/>
                <a:ea typeface="DejaVu Sans"/>
                <a:cs typeface="DejaVu Sans"/>
              </a:defRPr>
            </a:lvl8pPr>
            <a:lvl9pPr>
              <a:defRPr sz="1875" b="1">
                <a:solidFill>
                  <a:srgbClr val="087F8C"/>
                </a:solidFill>
                <a:latin typeface="DejaVu Sans"/>
                <a:ea typeface="DejaVu Sans"/>
                <a:cs typeface="DejaVu Sans"/>
              </a:defRPr>
            </a:lvl9pPr>
          </a:lstStyle>
          <a:p xmlns:a="http://schemas.openxmlformats.org/drawingml/2006/main">
            <a:pPr>
              <a:defRPr sz="1875" b="1">
                <a:solidFill>
                  <a:srgbClr val="087F8C"/>
                </a:solidFill>
                <a:latin typeface="DejaVu Sans"/>
                <a:ea typeface="DejaVu Sans"/>
                <a:cs typeface="DejaVu Sans"/>
              </a:defRPr>
            </a:pPr>
            <a:r>
              <a:rPr sz="1875" b="1">
                <a:solidFill>
                  <a:srgbClr val="087F8C"/>
                </a:solidFill>
                <a:latin typeface="DejaVu Sans"/>
                <a:ea typeface="DejaVu Sans"/>
                <a:cs typeface="DejaVu Sans"/>
              </a:rPr>
              <a:t>Intended user</a:t>
            </a:r>
          </a:p>
        </p:txBody>
      </p:sp>
      <p:sp>
        <p:nvSpPr>
          <p:cNvPr id="9" name="">
            <a:extLst xmlns:a="http://schemas.openxmlformats.org/drawingml/2006/main">
              <a:ext uri="{FF2B5EF4-FFF2-40B4-BE49-F238E27FC236}">
                <a16:creationId xmlns:a16="http://schemas.microsoft.com/office/drawing/2014/main" id="{A24B25DB-8306-4695-8339-6149D5622831}"/>
              </a:ext>
            </a:extLst>
          </p:cNvPr>
          <p:cNvSpPr>
            <a:spLocks xmlns:a="http://schemas.openxmlformats.org/drawingml/2006/main" noGrp="1"/>
          </p:cNvSpPr>
          <p:nvPr/>
        </p:nvSpPr>
        <p:spPr>
          <a:xfrm xmlns:a="http://schemas.openxmlformats.org/drawingml/2006/main">
            <a:off x="571500" y="5219700"/>
            <a:ext cx="1047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9717F"/>
                </a:solidFill>
                <a:latin typeface="DejaVu Sans"/>
                <a:ea typeface="DejaVu Sans"/>
                <a:cs typeface="DejaVu Sans"/>
              </a:defRPr>
            </a:defPPr>
            <a:lvl1pPr>
              <a:defRPr sz="1575" b="0">
                <a:solidFill>
                  <a:srgbClr val="59717F"/>
                </a:solidFill>
                <a:latin typeface="DejaVu Sans"/>
                <a:ea typeface="DejaVu Sans"/>
                <a:cs typeface="DejaVu Sans"/>
              </a:defRPr>
            </a:lvl1pPr>
            <a:lvl2pPr>
              <a:defRPr sz="1575" b="0">
                <a:solidFill>
                  <a:srgbClr val="59717F"/>
                </a:solidFill>
                <a:latin typeface="DejaVu Sans"/>
                <a:ea typeface="DejaVu Sans"/>
                <a:cs typeface="DejaVu Sans"/>
              </a:defRPr>
            </a:lvl2pPr>
            <a:lvl3pPr>
              <a:defRPr sz="1575" b="0">
                <a:solidFill>
                  <a:srgbClr val="59717F"/>
                </a:solidFill>
                <a:latin typeface="DejaVu Sans"/>
                <a:ea typeface="DejaVu Sans"/>
                <a:cs typeface="DejaVu Sans"/>
              </a:defRPr>
            </a:lvl3pPr>
            <a:lvl4pPr>
              <a:defRPr sz="1575" b="0">
                <a:solidFill>
                  <a:srgbClr val="59717F"/>
                </a:solidFill>
                <a:latin typeface="DejaVu Sans"/>
                <a:ea typeface="DejaVu Sans"/>
                <a:cs typeface="DejaVu Sans"/>
              </a:defRPr>
            </a:lvl4pPr>
            <a:lvl5pPr>
              <a:defRPr sz="1575" b="0">
                <a:solidFill>
                  <a:srgbClr val="59717F"/>
                </a:solidFill>
                <a:latin typeface="DejaVu Sans"/>
                <a:ea typeface="DejaVu Sans"/>
                <a:cs typeface="DejaVu Sans"/>
              </a:defRPr>
            </a:lvl5pPr>
            <a:lvl6pPr>
              <a:defRPr sz="1575" b="0">
                <a:solidFill>
                  <a:srgbClr val="59717F"/>
                </a:solidFill>
                <a:latin typeface="DejaVu Sans"/>
                <a:ea typeface="DejaVu Sans"/>
                <a:cs typeface="DejaVu Sans"/>
              </a:defRPr>
            </a:lvl6pPr>
            <a:lvl7pPr>
              <a:defRPr sz="1575" b="0">
                <a:solidFill>
                  <a:srgbClr val="59717F"/>
                </a:solidFill>
                <a:latin typeface="DejaVu Sans"/>
                <a:ea typeface="DejaVu Sans"/>
                <a:cs typeface="DejaVu Sans"/>
              </a:defRPr>
            </a:lvl7pPr>
            <a:lvl8pPr>
              <a:defRPr sz="1575" b="0">
                <a:solidFill>
                  <a:srgbClr val="59717F"/>
                </a:solidFill>
                <a:latin typeface="DejaVu Sans"/>
                <a:ea typeface="DejaVu Sans"/>
                <a:cs typeface="DejaVu Sans"/>
              </a:defRPr>
            </a:lvl8pPr>
            <a:lvl9pPr>
              <a:defRPr sz="1575" b="0">
                <a:solidFill>
                  <a:srgbClr val="59717F"/>
                </a:solidFill>
                <a:latin typeface="DejaVu Sans"/>
                <a:ea typeface="DejaVu Sans"/>
                <a:cs typeface="DejaVu Sans"/>
              </a:defRPr>
            </a:lvl9pPr>
          </a:lstStyle>
          <a:p xmlns:a="http://schemas.openxmlformats.org/drawingml/2006/main">
            <a:pPr>
              <a:defRPr sz="1575" b="0">
                <a:solidFill>
                  <a:srgbClr val="59717F"/>
                </a:solidFill>
                <a:latin typeface="DejaVu Sans"/>
                <a:ea typeface="DejaVu Sans"/>
                <a:cs typeface="DejaVu Sans"/>
              </a:defRPr>
            </a:pPr>
            <a:r>
              <a:rPr sz="1575" b="0">
                <a:solidFill>
                  <a:srgbClr val="59717F"/>
                </a:solidFill>
                <a:latin typeface="DejaVu Sans"/>
                <a:ea typeface="DejaVu Sans"/>
                <a:cs typeface="DejaVu Sans"/>
              </a:rPr>
              <a:t>A clinician reviewing a patient trajectory, uncertainty and data quality.</a:t>
            </a:r>
          </a:p>
        </p:txBody>
      </p:sp>
      <p:sp>
        <p:nvSpPr>
          <p:cNvPr id="10" name="">
            <a:extLst xmlns:a="http://schemas.openxmlformats.org/drawingml/2006/main">
              <a:ext uri="{FF2B5EF4-FFF2-40B4-BE49-F238E27FC236}">
                <a16:creationId xmlns:a16="http://schemas.microsoft.com/office/drawing/2014/main" id="{DD9ED41B-6F62-45DB-92EB-C4D6252A6534}"/>
              </a:ext>
            </a:extLst>
          </p:cNvPr>
          <p:cNvSpPr>
            <a:spLocks xmlns:a="http://schemas.openxmlformats.org/drawingml/2006/main" noGrp="1"/>
          </p:cNvSpPr>
          <p:nvPr/>
        </p:nvSpPr>
        <p:spPr>
          <a:xfrm xmlns:a="http://schemas.openxmlformats.org/drawingml/2006/main">
            <a:off x="571500" y="5981700"/>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B36B15"/>
                </a:solidFill>
                <a:latin typeface="DejaVu Sans"/>
                <a:ea typeface="DejaVu Sans"/>
                <a:cs typeface="DejaVu Sans"/>
              </a:defRPr>
            </a:defPPr>
            <a:lvl1pPr>
              <a:defRPr sz="1575" b="1">
                <a:solidFill>
                  <a:srgbClr val="B36B15"/>
                </a:solidFill>
                <a:latin typeface="DejaVu Sans"/>
                <a:ea typeface="DejaVu Sans"/>
                <a:cs typeface="DejaVu Sans"/>
              </a:defRPr>
            </a:lvl1pPr>
            <a:lvl2pPr>
              <a:defRPr sz="1575" b="1">
                <a:solidFill>
                  <a:srgbClr val="B36B15"/>
                </a:solidFill>
                <a:latin typeface="DejaVu Sans"/>
                <a:ea typeface="DejaVu Sans"/>
                <a:cs typeface="DejaVu Sans"/>
              </a:defRPr>
            </a:lvl2pPr>
            <a:lvl3pPr>
              <a:defRPr sz="1575" b="1">
                <a:solidFill>
                  <a:srgbClr val="B36B15"/>
                </a:solidFill>
                <a:latin typeface="DejaVu Sans"/>
                <a:ea typeface="DejaVu Sans"/>
                <a:cs typeface="DejaVu Sans"/>
              </a:defRPr>
            </a:lvl3pPr>
            <a:lvl4pPr>
              <a:defRPr sz="1575" b="1">
                <a:solidFill>
                  <a:srgbClr val="B36B15"/>
                </a:solidFill>
                <a:latin typeface="DejaVu Sans"/>
                <a:ea typeface="DejaVu Sans"/>
                <a:cs typeface="DejaVu Sans"/>
              </a:defRPr>
            </a:lvl4pPr>
            <a:lvl5pPr>
              <a:defRPr sz="1575" b="1">
                <a:solidFill>
                  <a:srgbClr val="B36B15"/>
                </a:solidFill>
                <a:latin typeface="DejaVu Sans"/>
                <a:ea typeface="DejaVu Sans"/>
                <a:cs typeface="DejaVu Sans"/>
              </a:defRPr>
            </a:lvl5pPr>
            <a:lvl6pPr>
              <a:defRPr sz="1575" b="1">
                <a:solidFill>
                  <a:srgbClr val="B36B15"/>
                </a:solidFill>
                <a:latin typeface="DejaVu Sans"/>
                <a:ea typeface="DejaVu Sans"/>
                <a:cs typeface="DejaVu Sans"/>
              </a:defRPr>
            </a:lvl6pPr>
            <a:lvl7pPr>
              <a:defRPr sz="1575" b="1">
                <a:solidFill>
                  <a:srgbClr val="B36B15"/>
                </a:solidFill>
                <a:latin typeface="DejaVu Sans"/>
                <a:ea typeface="DejaVu Sans"/>
                <a:cs typeface="DejaVu Sans"/>
              </a:defRPr>
            </a:lvl7pPr>
            <a:lvl8pPr>
              <a:defRPr sz="1575" b="1">
                <a:solidFill>
                  <a:srgbClr val="B36B15"/>
                </a:solidFill>
                <a:latin typeface="DejaVu Sans"/>
                <a:ea typeface="DejaVu Sans"/>
                <a:cs typeface="DejaVu Sans"/>
              </a:defRPr>
            </a:lvl8pPr>
            <a:lvl9pPr>
              <a:defRPr sz="1575" b="1">
                <a:solidFill>
                  <a:srgbClr val="B36B15"/>
                </a:solidFill>
                <a:latin typeface="DejaVu Sans"/>
                <a:ea typeface="DejaVu Sans"/>
                <a:cs typeface="DejaVu Sans"/>
              </a:defRPr>
            </a:lvl9pPr>
          </a:lstStyle>
          <a:p xmlns:a="http://schemas.openxmlformats.org/drawingml/2006/main">
            <a:pPr>
              <a:defRPr sz="1575" b="1">
                <a:solidFill>
                  <a:srgbClr val="B36B15"/>
                </a:solidFill>
                <a:latin typeface="DejaVu Sans"/>
                <a:ea typeface="DejaVu Sans"/>
                <a:cs typeface="DejaVu Sans"/>
              </a:defRPr>
            </a:pPr>
            <a:r>
              <a:rPr sz="1575" b="1">
                <a:solidFill>
                  <a:srgbClr val="B36B15"/>
                </a:solidFill>
                <a:latin typeface="DejaVu Sans"/>
                <a:ea typeface="DejaVu Sans"/>
                <a:cs typeface="DejaVu Sans"/>
              </a:rPr>
              <a:t>A forecast horizon is not the same as achieved warning lead time.</a:t>
            </a:r>
          </a:p>
        </p:txBody>
      </p:sp>
    </p:spTree>
    <p:extLst>
      <p:ext uri="{BB962C8B-B14F-4D97-AF65-F5344CB8AC3E}">
        <p14:creationId xmlns:p14="http://schemas.microsoft.com/office/powerpoint/2010/main" val="2033047424"/>
      </p:ext>
    </p:extLst>
  </p:cSld>
</p:sld>
</file>

<file path=ppt/slides/slide3.xml><?xml version="1.0" encoding="utf-8"?>
<p:sld xmlns:p="http://schemas.openxmlformats.org/presentationml/2006/main">
  <p:cSld>
    <p:bg>
      <p:bgPr>
        <a:solidFill xmlns:a="http://schemas.openxmlformats.org/drawingml/2006/main">
          <a:srgbClr val="F5F8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76225EE-C548-4ECA-9470-97E8FA37AE08}"/>
              </a:ext>
            </a:extLst>
          </p:cNvPr>
          <p:cNvSpPr>
            <a:spLocks xmlns:a="http://schemas.openxmlformats.org/drawingml/2006/main" noGrp="1"/>
          </p:cNvSpPr>
          <p:nvPr/>
        </p:nvSpPr>
        <p:spPr>
          <a:xfrm xmlns:a="http://schemas.openxmlformats.org/drawingml/2006/main">
            <a:off x="571500" y="400050"/>
            <a:ext cx="11049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150" b="1">
                <a:solidFill>
                  <a:srgbClr val="10283D"/>
                </a:solidFill>
                <a:latin typeface="DejaVu Sans"/>
                <a:ea typeface="DejaVu Sans"/>
                <a:cs typeface="DejaVu Sans"/>
              </a:defRPr>
            </a:defPPr>
            <a:lvl1pPr>
              <a:defRPr sz="3150" b="1">
                <a:solidFill>
                  <a:srgbClr val="10283D"/>
                </a:solidFill>
                <a:latin typeface="DejaVu Sans"/>
                <a:ea typeface="DejaVu Sans"/>
                <a:cs typeface="DejaVu Sans"/>
              </a:defRPr>
            </a:lvl1pPr>
            <a:lvl2pPr>
              <a:defRPr sz="3150" b="1">
                <a:solidFill>
                  <a:srgbClr val="10283D"/>
                </a:solidFill>
                <a:latin typeface="DejaVu Sans"/>
                <a:ea typeface="DejaVu Sans"/>
                <a:cs typeface="DejaVu Sans"/>
              </a:defRPr>
            </a:lvl2pPr>
            <a:lvl3pPr>
              <a:defRPr sz="3150" b="1">
                <a:solidFill>
                  <a:srgbClr val="10283D"/>
                </a:solidFill>
                <a:latin typeface="DejaVu Sans"/>
                <a:ea typeface="DejaVu Sans"/>
                <a:cs typeface="DejaVu Sans"/>
              </a:defRPr>
            </a:lvl3pPr>
            <a:lvl4pPr>
              <a:defRPr sz="3150" b="1">
                <a:solidFill>
                  <a:srgbClr val="10283D"/>
                </a:solidFill>
                <a:latin typeface="DejaVu Sans"/>
                <a:ea typeface="DejaVu Sans"/>
                <a:cs typeface="DejaVu Sans"/>
              </a:defRPr>
            </a:lvl4pPr>
            <a:lvl5pPr>
              <a:defRPr sz="3150" b="1">
                <a:solidFill>
                  <a:srgbClr val="10283D"/>
                </a:solidFill>
                <a:latin typeface="DejaVu Sans"/>
                <a:ea typeface="DejaVu Sans"/>
                <a:cs typeface="DejaVu Sans"/>
              </a:defRPr>
            </a:lvl5pPr>
            <a:lvl6pPr>
              <a:defRPr sz="3150" b="1">
                <a:solidFill>
                  <a:srgbClr val="10283D"/>
                </a:solidFill>
                <a:latin typeface="DejaVu Sans"/>
                <a:ea typeface="DejaVu Sans"/>
                <a:cs typeface="DejaVu Sans"/>
              </a:defRPr>
            </a:lvl6pPr>
            <a:lvl7pPr>
              <a:defRPr sz="3150" b="1">
                <a:solidFill>
                  <a:srgbClr val="10283D"/>
                </a:solidFill>
                <a:latin typeface="DejaVu Sans"/>
                <a:ea typeface="DejaVu Sans"/>
                <a:cs typeface="DejaVu Sans"/>
              </a:defRPr>
            </a:lvl7pPr>
            <a:lvl8pPr>
              <a:defRPr sz="3150" b="1">
                <a:solidFill>
                  <a:srgbClr val="10283D"/>
                </a:solidFill>
                <a:latin typeface="DejaVu Sans"/>
                <a:ea typeface="DejaVu Sans"/>
                <a:cs typeface="DejaVu Sans"/>
              </a:defRPr>
            </a:lvl8pPr>
            <a:lvl9pPr>
              <a:defRPr sz="3150" b="1">
                <a:solidFill>
                  <a:srgbClr val="10283D"/>
                </a:solidFill>
                <a:latin typeface="DejaVu Sans"/>
                <a:ea typeface="DejaVu Sans"/>
                <a:cs typeface="DejaVu Sans"/>
              </a:defRPr>
            </a:lvl9pPr>
          </a:lstStyle>
          <a:p xmlns:a="http://schemas.openxmlformats.org/drawingml/2006/main">
            <a:pPr>
              <a:defRPr sz="3150" b="1">
                <a:solidFill>
                  <a:srgbClr val="10283D"/>
                </a:solidFill>
                <a:latin typeface="DejaVu Sans"/>
                <a:ea typeface="DejaVu Sans"/>
                <a:cs typeface="DejaVu Sans"/>
              </a:defRPr>
            </a:pPr>
            <a:r>
              <a:rPr sz="3150" b="1">
                <a:solidFill>
                  <a:srgbClr val="10283D"/>
                </a:solidFill>
                <a:latin typeface="DejaVu Sans"/>
                <a:ea typeface="DejaVu Sans"/>
                <a:cs typeface="DejaVu Sans"/>
              </a:rPr>
              <a:t>Two streams, one participant</a:t>
            </a:r>
          </a:p>
        </p:txBody>
      </p:sp>
      <p:sp>
        <p:nvSpPr>
          <p:cNvPr id="2" name="">
            <a:extLst xmlns:a="http://schemas.openxmlformats.org/drawingml/2006/main">
              <a:ext uri="{FF2B5EF4-FFF2-40B4-BE49-F238E27FC236}">
                <a16:creationId xmlns:a16="http://schemas.microsoft.com/office/drawing/2014/main" id="{D3EC9034-81A3-437B-B2E3-A70825979AEF}"/>
              </a:ext>
            </a:extLst>
          </p:cNvPr>
          <p:cNvSpPr>
            <a:spLocks xmlns:a="http://schemas.openxmlformats.org/drawingml/2006/main" noGrp="1"/>
          </p:cNvSpPr>
          <p:nvPr/>
        </p:nvSpPr>
        <p:spPr>
          <a:xfrm xmlns:a="http://schemas.openxmlformats.org/drawingml/2006/main">
            <a:off x="571500" y="6448425"/>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9717F"/>
                </a:solidFill>
                <a:latin typeface="DejaVu Sans"/>
                <a:ea typeface="DejaVu Sans"/>
                <a:cs typeface="DejaVu Sans"/>
              </a:defRPr>
            </a:defPPr>
            <a:lvl1pPr>
              <a:defRPr sz="1050" b="0">
                <a:solidFill>
                  <a:srgbClr val="59717F"/>
                </a:solidFill>
                <a:latin typeface="DejaVu Sans"/>
                <a:ea typeface="DejaVu Sans"/>
                <a:cs typeface="DejaVu Sans"/>
              </a:defRPr>
            </a:lvl1pPr>
            <a:lvl2pPr>
              <a:defRPr sz="1050" b="0">
                <a:solidFill>
                  <a:srgbClr val="59717F"/>
                </a:solidFill>
                <a:latin typeface="DejaVu Sans"/>
                <a:ea typeface="DejaVu Sans"/>
                <a:cs typeface="DejaVu Sans"/>
              </a:defRPr>
            </a:lvl2pPr>
            <a:lvl3pPr>
              <a:defRPr sz="1050" b="0">
                <a:solidFill>
                  <a:srgbClr val="59717F"/>
                </a:solidFill>
                <a:latin typeface="DejaVu Sans"/>
                <a:ea typeface="DejaVu Sans"/>
                <a:cs typeface="DejaVu Sans"/>
              </a:defRPr>
            </a:lvl3pPr>
            <a:lvl4pPr>
              <a:defRPr sz="1050" b="0">
                <a:solidFill>
                  <a:srgbClr val="59717F"/>
                </a:solidFill>
                <a:latin typeface="DejaVu Sans"/>
                <a:ea typeface="DejaVu Sans"/>
                <a:cs typeface="DejaVu Sans"/>
              </a:defRPr>
            </a:lvl4pPr>
            <a:lvl5pPr>
              <a:defRPr sz="1050" b="0">
                <a:solidFill>
                  <a:srgbClr val="59717F"/>
                </a:solidFill>
                <a:latin typeface="DejaVu Sans"/>
                <a:ea typeface="DejaVu Sans"/>
                <a:cs typeface="DejaVu Sans"/>
              </a:defRPr>
            </a:lvl5pPr>
            <a:lvl6pPr>
              <a:defRPr sz="1050" b="0">
                <a:solidFill>
                  <a:srgbClr val="59717F"/>
                </a:solidFill>
                <a:latin typeface="DejaVu Sans"/>
                <a:ea typeface="DejaVu Sans"/>
                <a:cs typeface="DejaVu Sans"/>
              </a:defRPr>
            </a:lvl6pPr>
            <a:lvl7pPr>
              <a:defRPr sz="1050" b="0">
                <a:solidFill>
                  <a:srgbClr val="59717F"/>
                </a:solidFill>
                <a:latin typeface="DejaVu Sans"/>
                <a:ea typeface="DejaVu Sans"/>
                <a:cs typeface="DejaVu Sans"/>
              </a:defRPr>
            </a:lvl7pPr>
            <a:lvl8pPr>
              <a:defRPr sz="1050" b="0">
                <a:solidFill>
                  <a:srgbClr val="59717F"/>
                </a:solidFill>
                <a:latin typeface="DejaVu Sans"/>
                <a:ea typeface="DejaVu Sans"/>
                <a:cs typeface="DejaVu Sans"/>
              </a:defRPr>
            </a:lvl8pPr>
            <a:lvl9pPr>
              <a:defRPr sz="1050" b="0">
                <a:solidFill>
                  <a:srgbClr val="59717F"/>
                </a:solidFill>
                <a:latin typeface="DejaVu Sans"/>
                <a:ea typeface="DejaVu Sans"/>
                <a:cs typeface="DejaVu Sans"/>
              </a:defRPr>
            </a:lvl9pPr>
          </a:lstStyle>
          <a:p xmlns:a="http://schemas.openxmlformats.org/drawingml/2006/main">
            <a:pPr>
              <a:defRPr sz="1050" b="0">
                <a:solidFill>
                  <a:srgbClr val="59717F"/>
                </a:solidFill>
                <a:latin typeface="DejaVu Sans"/>
                <a:ea typeface="DejaVu Sans"/>
                <a:cs typeface="DejaVu Sans"/>
              </a:defRPr>
            </a:pPr>
            <a:r>
              <a:rPr sz="1050" b="0">
                <a:solidFill>
                  <a:srgbClr val="59717F"/>
                </a:solidFill>
                <a:latin typeface="DejaVu Sans"/>
                <a:ea typeface="DejaVu Sans"/>
                <a:cs typeface="DejaVu Sans"/>
              </a:rPr>
              <a:t>TEAM PRODUCT  /  IIT KANPUR</a:t>
            </a:r>
          </a:p>
        </p:txBody>
      </p:sp>
      <p:sp>
        <p:nvSpPr>
          <p:cNvPr id="3" name="">
            <a:extLst xmlns:a="http://schemas.openxmlformats.org/drawingml/2006/main">
              <a:ext uri="{FF2B5EF4-FFF2-40B4-BE49-F238E27FC236}">
                <a16:creationId xmlns:a16="http://schemas.microsoft.com/office/drawing/2014/main" id="{25D37EA3-35A2-4B26-8FB2-BB8C48F68F98}"/>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9717F"/>
                </a:solidFill>
                <a:latin typeface="DejaVu Sans"/>
                <a:ea typeface="DejaVu Sans"/>
                <a:cs typeface="DejaVu Sans"/>
              </a:defRPr>
            </a:defPPr>
            <a:lvl1pPr>
              <a:defRPr sz="1050" b="0">
                <a:solidFill>
                  <a:srgbClr val="59717F"/>
                </a:solidFill>
                <a:latin typeface="DejaVu Sans"/>
                <a:ea typeface="DejaVu Sans"/>
                <a:cs typeface="DejaVu Sans"/>
              </a:defRPr>
            </a:lvl1pPr>
            <a:lvl2pPr>
              <a:defRPr sz="1050" b="0">
                <a:solidFill>
                  <a:srgbClr val="59717F"/>
                </a:solidFill>
                <a:latin typeface="DejaVu Sans"/>
                <a:ea typeface="DejaVu Sans"/>
                <a:cs typeface="DejaVu Sans"/>
              </a:defRPr>
            </a:lvl2pPr>
            <a:lvl3pPr>
              <a:defRPr sz="1050" b="0">
                <a:solidFill>
                  <a:srgbClr val="59717F"/>
                </a:solidFill>
                <a:latin typeface="DejaVu Sans"/>
                <a:ea typeface="DejaVu Sans"/>
                <a:cs typeface="DejaVu Sans"/>
              </a:defRPr>
            </a:lvl3pPr>
            <a:lvl4pPr>
              <a:defRPr sz="1050" b="0">
                <a:solidFill>
                  <a:srgbClr val="59717F"/>
                </a:solidFill>
                <a:latin typeface="DejaVu Sans"/>
                <a:ea typeface="DejaVu Sans"/>
                <a:cs typeface="DejaVu Sans"/>
              </a:defRPr>
            </a:lvl4pPr>
            <a:lvl5pPr>
              <a:defRPr sz="1050" b="0">
                <a:solidFill>
                  <a:srgbClr val="59717F"/>
                </a:solidFill>
                <a:latin typeface="DejaVu Sans"/>
                <a:ea typeface="DejaVu Sans"/>
                <a:cs typeface="DejaVu Sans"/>
              </a:defRPr>
            </a:lvl5pPr>
            <a:lvl6pPr>
              <a:defRPr sz="1050" b="0">
                <a:solidFill>
                  <a:srgbClr val="59717F"/>
                </a:solidFill>
                <a:latin typeface="DejaVu Sans"/>
                <a:ea typeface="DejaVu Sans"/>
                <a:cs typeface="DejaVu Sans"/>
              </a:defRPr>
            </a:lvl6pPr>
            <a:lvl7pPr>
              <a:defRPr sz="1050" b="0">
                <a:solidFill>
                  <a:srgbClr val="59717F"/>
                </a:solidFill>
                <a:latin typeface="DejaVu Sans"/>
                <a:ea typeface="DejaVu Sans"/>
                <a:cs typeface="DejaVu Sans"/>
              </a:defRPr>
            </a:lvl7pPr>
            <a:lvl8pPr>
              <a:defRPr sz="1050" b="0">
                <a:solidFill>
                  <a:srgbClr val="59717F"/>
                </a:solidFill>
                <a:latin typeface="DejaVu Sans"/>
                <a:ea typeface="DejaVu Sans"/>
                <a:cs typeface="DejaVu Sans"/>
              </a:defRPr>
            </a:lvl8pPr>
            <a:lvl9pPr>
              <a:defRPr sz="1050" b="0">
                <a:solidFill>
                  <a:srgbClr val="59717F"/>
                </a:solidFill>
                <a:latin typeface="DejaVu Sans"/>
                <a:ea typeface="DejaVu Sans"/>
                <a:cs typeface="DejaVu Sans"/>
              </a:defRPr>
            </a:lvl9pPr>
          </a:lstStyle>
          <a:p xmlns:a="http://schemas.openxmlformats.org/drawingml/2006/main">
            <a:pPr>
              <a:defRPr sz="1050" b="0">
                <a:solidFill>
                  <a:srgbClr val="59717F"/>
                </a:solidFill>
                <a:latin typeface="DejaVu Sans"/>
                <a:ea typeface="DejaVu Sans"/>
                <a:cs typeface="DejaVu Sans"/>
              </a:defRPr>
            </a:pPr>
            <a:r>
              <a:rPr sz="1050" b="0">
                <a:solidFill>
                  <a:srgbClr val="59717F"/>
                </a:solidFill>
                <a:latin typeface="DejaVu Sans"/>
                <a:ea typeface="DejaVu Sans"/>
                <a:cs typeface="DejaVu Sans"/>
              </a:rPr>
              <a:t>03</a:t>
            </a:r>
          </a:p>
        </p:txBody>
      </p:sp>
      <p:sp>
        <p:nvSpPr>
          <p:cNvPr id="4" name="">
            <a:extLst xmlns:a="http://schemas.openxmlformats.org/drawingml/2006/main">
              <a:ext uri="{FF2B5EF4-FFF2-40B4-BE49-F238E27FC236}">
                <a16:creationId xmlns:a16="http://schemas.microsoft.com/office/drawing/2014/main" id="{4C6E916E-A411-40EF-B5FD-C2E5400A0B8E}"/>
              </a:ext>
            </a:extLst>
          </p:cNvPr>
          <p:cNvSpPr>
            <a:spLocks xmlns:a="http://schemas.openxmlformats.org/drawingml/2006/main" noGrp="1"/>
          </p:cNvSpPr>
          <p:nvPr/>
        </p:nvSpPr>
        <p:spPr>
          <a:xfrm xmlns:a="http://schemas.openxmlformats.org/drawingml/2006/main">
            <a:off x="571500" y="1476375"/>
            <a:ext cx="2381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5250" b="1">
                <a:solidFill>
                  <a:srgbClr val="087F8C"/>
                </a:solidFill>
                <a:latin typeface="DejaVu Sans"/>
                <a:ea typeface="DejaVu Sans"/>
                <a:cs typeface="DejaVu Sans"/>
              </a:defRPr>
            </a:defPPr>
            <a:lvl1pPr>
              <a:defRPr sz="5250" b="1">
                <a:solidFill>
                  <a:srgbClr val="087F8C"/>
                </a:solidFill>
                <a:latin typeface="DejaVu Sans"/>
                <a:ea typeface="DejaVu Sans"/>
                <a:cs typeface="DejaVu Sans"/>
              </a:defRPr>
            </a:lvl1pPr>
            <a:lvl2pPr>
              <a:defRPr sz="5250" b="1">
                <a:solidFill>
                  <a:srgbClr val="087F8C"/>
                </a:solidFill>
                <a:latin typeface="DejaVu Sans"/>
                <a:ea typeface="DejaVu Sans"/>
                <a:cs typeface="DejaVu Sans"/>
              </a:defRPr>
            </a:lvl2pPr>
            <a:lvl3pPr>
              <a:defRPr sz="5250" b="1">
                <a:solidFill>
                  <a:srgbClr val="087F8C"/>
                </a:solidFill>
                <a:latin typeface="DejaVu Sans"/>
                <a:ea typeface="DejaVu Sans"/>
                <a:cs typeface="DejaVu Sans"/>
              </a:defRPr>
            </a:lvl3pPr>
            <a:lvl4pPr>
              <a:defRPr sz="5250" b="1">
                <a:solidFill>
                  <a:srgbClr val="087F8C"/>
                </a:solidFill>
                <a:latin typeface="DejaVu Sans"/>
                <a:ea typeface="DejaVu Sans"/>
                <a:cs typeface="DejaVu Sans"/>
              </a:defRPr>
            </a:lvl4pPr>
            <a:lvl5pPr>
              <a:defRPr sz="5250" b="1">
                <a:solidFill>
                  <a:srgbClr val="087F8C"/>
                </a:solidFill>
                <a:latin typeface="DejaVu Sans"/>
                <a:ea typeface="DejaVu Sans"/>
                <a:cs typeface="DejaVu Sans"/>
              </a:defRPr>
            </a:lvl5pPr>
            <a:lvl6pPr>
              <a:defRPr sz="5250" b="1">
                <a:solidFill>
                  <a:srgbClr val="087F8C"/>
                </a:solidFill>
                <a:latin typeface="DejaVu Sans"/>
                <a:ea typeface="DejaVu Sans"/>
                <a:cs typeface="DejaVu Sans"/>
              </a:defRPr>
            </a:lvl6pPr>
            <a:lvl7pPr>
              <a:defRPr sz="5250" b="1">
                <a:solidFill>
                  <a:srgbClr val="087F8C"/>
                </a:solidFill>
                <a:latin typeface="DejaVu Sans"/>
                <a:ea typeface="DejaVu Sans"/>
                <a:cs typeface="DejaVu Sans"/>
              </a:defRPr>
            </a:lvl7pPr>
            <a:lvl8pPr>
              <a:defRPr sz="5250" b="1">
                <a:solidFill>
                  <a:srgbClr val="087F8C"/>
                </a:solidFill>
                <a:latin typeface="DejaVu Sans"/>
                <a:ea typeface="DejaVu Sans"/>
                <a:cs typeface="DejaVu Sans"/>
              </a:defRPr>
            </a:lvl8pPr>
            <a:lvl9pPr>
              <a:defRPr sz="5250" b="1">
                <a:solidFill>
                  <a:srgbClr val="087F8C"/>
                </a:solidFill>
                <a:latin typeface="DejaVu Sans"/>
                <a:ea typeface="DejaVu Sans"/>
                <a:cs typeface="DejaVu Sans"/>
              </a:defRPr>
            </a:lvl9pPr>
          </a:lstStyle>
          <a:p xmlns:a="http://schemas.openxmlformats.org/drawingml/2006/main">
            <a:pPr>
              <a:defRPr sz="5250" b="1">
                <a:solidFill>
                  <a:srgbClr val="087F8C"/>
                </a:solidFill>
                <a:latin typeface="DejaVu Sans"/>
                <a:ea typeface="DejaVu Sans"/>
                <a:cs typeface="DejaVu Sans"/>
              </a:defRPr>
            </a:pPr>
            <a:r>
              <a:rPr sz="5250" b="1">
                <a:solidFill>
                  <a:srgbClr val="087F8C"/>
                </a:solidFill>
                <a:latin typeface="DejaVu Sans"/>
                <a:ea typeface="DejaVu Sans"/>
                <a:cs typeface="DejaVu Sans"/>
              </a:rPr>
              <a:t>45</a:t>
            </a:r>
          </a:p>
        </p:txBody>
      </p:sp>
      <p:sp>
        <p:nvSpPr>
          <p:cNvPr id="5" name="">
            <a:extLst xmlns:a="http://schemas.openxmlformats.org/drawingml/2006/main">
              <a:ext uri="{FF2B5EF4-FFF2-40B4-BE49-F238E27FC236}">
                <a16:creationId xmlns:a16="http://schemas.microsoft.com/office/drawing/2014/main" id="{38DEBB14-5D20-456A-A88D-A81CE07A5BF0}"/>
              </a:ext>
            </a:extLst>
          </p:cNvPr>
          <p:cNvSpPr>
            <a:spLocks xmlns:a="http://schemas.openxmlformats.org/drawingml/2006/main" noGrp="1"/>
          </p:cNvSpPr>
          <p:nvPr/>
        </p:nvSpPr>
        <p:spPr>
          <a:xfrm xmlns:a="http://schemas.openxmlformats.org/drawingml/2006/main">
            <a:off x="571500" y="2314575"/>
            <a:ext cx="3143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10283D"/>
                </a:solidFill>
                <a:latin typeface="DejaVu Sans"/>
                <a:ea typeface="DejaVu Sans"/>
                <a:cs typeface="DejaVu Sans"/>
              </a:defRPr>
            </a:defPPr>
            <a:lvl1pPr>
              <a:defRPr sz="1725" b="0">
                <a:solidFill>
                  <a:srgbClr val="10283D"/>
                </a:solidFill>
                <a:latin typeface="DejaVu Sans"/>
                <a:ea typeface="DejaVu Sans"/>
                <a:cs typeface="DejaVu Sans"/>
              </a:defRPr>
            </a:lvl1pPr>
            <a:lvl2pPr>
              <a:defRPr sz="1725" b="0">
                <a:solidFill>
                  <a:srgbClr val="10283D"/>
                </a:solidFill>
                <a:latin typeface="DejaVu Sans"/>
                <a:ea typeface="DejaVu Sans"/>
                <a:cs typeface="DejaVu Sans"/>
              </a:defRPr>
            </a:lvl2pPr>
            <a:lvl3pPr>
              <a:defRPr sz="1725" b="0">
                <a:solidFill>
                  <a:srgbClr val="10283D"/>
                </a:solidFill>
                <a:latin typeface="DejaVu Sans"/>
                <a:ea typeface="DejaVu Sans"/>
                <a:cs typeface="DejaVu Sans"/>
              </a:defRPr>
            </a:lvl3pPr>
            <a:lvl4pPr>
              <a:defRPr sz="1725" b="0">
                <a:solidFill>
                  <a:srgbClr val="10283D"/>
                </a:solidFill>
                <a:latin typeface="DejaVu Sans"/>
                <a:ea typeface="DejaVu Sans"/>
                <a:cs typeface="DejaVu Sans"/>
              </a:defRPr>
            </a:lvl4pPr>
            <a:lvl5pPr>
              <a:defRPr sz="1725" b="0">
                <a:solidFill>
                  <a:srgbClr val="10283D"/>
                </a:solidFill>
                <a:latin typeface="DejaVu Sans"/>
                <a:ea typeface="DejaVu Sans"/>
                <a:cs typeface="DejaVu Sans"/>
              </a:defRPr>
            </a:lvl5pPr>
            <a:lvl6pPr>
              <a:defRPr sz="1725" b="0">
                <a:solidFill>
                  <a:srgbClr val="10283D"/>
                </a:solidFill>
                <a:latin typeface="DejaVu Sans"/>
                <a:ea typeface="DejaVu Sans"/>
                <a:cs typeface="DejaVu Sans"/>
              </a:defRPr>
            </a:lvl6pPr>
            <a:lvl7pPr>
              <a:defRPr sz="1725" b="0">
                <a:solidFill>
                  <a:srgbClr val="10283D"/>
                </a:solidFill>
                <a:latin typeface="DejaVu Sans"/>
                <a:ea typeface="DejaVu Sans"/>
                <a:cs typeface="DejaVu Sans"/>
              </a:defRPr>
            </a:lvl7pPr>
            <a:lvl8pPr>
              <a:defRPr sz="1725" b="0">
                <a:solidFill>
                  <a:srgbClr val="10283D"/>
                </a:solidFill>
                <a:latin typeface="DejaVu Sans"/>
                <a:ea typeface="DejaVu Sans"/>
                <a:cs typeface="DejaVu Sans"/>
              </a:defRPr>
            </a:lvl8pPr>
            <a:lvl9pPr>
              <a:defRPr sz="1725" b="0">
                <a:solidFill>
                  <a:srgbClr val="10283D"/>
                </a:solidFill>
                <a:latin typeface="DejaVu Sans"/>
                <a:ea typeface="DejaVu Sans"/>
                <a:cs typeface="DejaVu Sans"/>
              </a:defRPr>
            </a:lvl9pPr>
          </a:lstStyle>
          <a:p xmlns:a="http://schemas.openxmlformats.org/drawingml/2006/main">
            <a:pPr>
              <a:defRPr sz="1725" b="0">
                <a:solidFill>
                  <a:srgbClr val="10283D"/>
                </a:solidFill>
                <a:latin typeface="DejaVu Sans"/>
                <a:ea typeface="DejaVu Sans"/>
                <a:cs typeface="DejaVu Sans"/>
              </a:defRPr>
            </a:pPr>
            <a:r>
              <a:rPr sz="1725" b="0">
                <a:solidFill>
                  <a:srgbClr val="10283D"/>
                </a:solidFill>
                <a:latin typeface="DejaVu Sans"/>
                <a:ea typeface="DejaVu Sans"/>
                <a:cs typeface="DejaVu Sans"/>
              </a:rPr>
              <a:t>study participants</a:t>
            </a:r>
          </a:p>
        </p:txBody>
      </p:sp>
      <p:sp>
        <p:nvSpPr>
          <p:cNvPr id="6" name="">
            <a:extLst xmlns:a="http://schemas.openxmlformats.org/drawingml/2006/main">
              <a:ext uri="{FF2B5EF4-FFF2-40B4-BE49-F238E27FC236}">
                <a16:creationId xmlns:a16="http://schemas.microsoft.com/office/drawing/2014/main" id="{4F6472A1-ED81-4FC6-BCAA-028E670E9698}"/>
              </a:ext>
            </a:extLst>
          </p:cNvPr>
          <p:cNvSpPr>
            <a:spLocks xmlns:a="http://schemas.openxmlformats.org/drawingml/2006/main" noGrp="1"/>
          </p:cNvSpPr>
          <p:nvPr/>
        </p:nvSpPr>
        <p:spPr>
          <a:xfrm xmlns:a="http://schemas.openxmlformats.org/drawingml/2006/main">
            <a:off x="4572000" y="1476375"/>
            <a:ext cx="2381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5250" b="1">
                <a:solidFill>
                  <a:srgbClr val="087F8C"/>
                </a:solidFill>
                <a:latin typeface="DejaVu Sans"/>
                <a:ea typeface="DejaVu Sans"/>
                <a:cs typeface="DejaVu Sans"/>
              </a:defRPr>
            </a:defPPr>
            <a:lvl1pPr>
              <a:defRPr sz="5250" b="1">
                <a:solidFill>
                  <a:srgbClr val="087F8C"/>
                </a:solidFill>
                <a:latin typeface="DejaVu Sans"/>
                <a:ea typeface="DejaVu Sans"/>
                <a:cs typeface="DejaVu Sans"/>
              </a:defRPr>
            </a:lvl1pPr>
            <a:lvl2pPr>
              <a:defRPr sz="5250" b="1">
                <a:solidFill>
                  <a:srgbClr val="087F8C"/>
                </a:solidFill>
                <a:latin typeface="DejaVu Sans"/>
                <a:ea typeface="DejaVu Sans"/>
                <a:cs typeface="DejaVu Sans"/>
              </a:defRPr>
            </a:lvl2pPr>
            <a:lvl3pPr>
              <a:defRPr sz="5250" b="1">
                <a:solidFill>
                  <a:srgbClr val="087F8C"/>
                </a:solidFill>
                <a:latin typeface="DejaVu Sans"/>
                <a:ea typeface="DejaVu Sans"/>
                <a:cs typeface="DejaVu Sans"/>
              </a:defRPr>
            </a:lvl3pPr>
            <a:lvl4pPr>
              <a:defRPr sz="5250" b="1">
                <a:solidFill>
                  <a:srgbClr val="087F8C"/>
                </a:solidFill>
                <a:latin typeface="DejaVu Sans"/>
                <a:ea typeface="DejaVu Sans"/>
                <a:cs typeface="DejaVu Sans"/>
              </a:defRPr>
            </a:lvl4pPr>
            <a:lvl5pPr>
              <a:defRPr sz="5250" b="1">
                <a:solidFill>
                  <a:srgbClr val="087F8C"/>
                </a:solidFill>
                <a:latin typeface="DejaVu Sans"/>
                <a:ea typeface="DejaVu Sans"/>
                <a:cs typeface="DejaVu Sans"/>
              </a:defRPr>
            </a:lvl5pPr>
            <a:lvl6pPr>
              <a:defRPr sz="5250" b="1">
                <a:solidFill>
                  <a:srgbClr val="087F8C"/>
                </a:solidFill>
                <a:latin typeface="DejaVu Sans"/>
                <a:ea typeface="DejaVu Sans"/>
                <a:cs typeface="DejaVu Sans"/>
              </a:defRPr>
            </a:lvl6pPr>
            <a:lvl7pPr>
              <a:defRPr sz="5250" b="1">
                <a:solidFill>
                  <a:srgbClr val="087F8C"/>
                </a:solidFill>
                <a:latin typeface="DejaVu Sans"/>
                <a:ea typeface="DejaVu Sans"/>
                <a:cs typeface="DejaVu Sans"/>
              </a:defRPr>
            </a:lvl7pPr>
            <a:lvl8pPr>
              <a:defRPr sz="5250" b="1">
                <a:solidFill>
                  <a:srgbClr val="087F8C"/>
                </a:solidFill>
                <a:latin typeface="DejaVu Sans"/>
                <a:ea typeface="DejaVu Sans"/>
                <a:cs typeface="DejaVu Sans"/>
              </a:defRPr>
            </a:lvl8pPr>
            <a:lvl9pPr>
              <a:defRPr sz="5250" b="1">
                <a:solidFill>
                  <a:srgbClr val="087F8C"/>
                </a:solidFill>
                <a:latin typeface="DejaVu Sans"/>
                <a:ea typeface="DejaVu Sans"/>
                <a:cs typeface="DejaVu Sans"/>
              </a:defRPr>
            </a:lvl9pPr>
          </a:lstStyle>
          <a:p xmlns:a="http://schemas.openxmlformats.org/drawingml/2006/main">
            <a:pPr>
              <a:defRPr sz="5250" b="1">
                <a:solidFill>
                  <a:srgbClr val="087F8C"/>
                </a:solidFill>
                <a:latin typeface="DejaVu Sans"/>
                <a:ea typeface="DejaVu Sans"/>
                <a:cs typeface="DejaVu Sans"/>
              </a:defRPr>
            </a:pPr>
            <a:r>
              <a:rPr sz="5250" b="1">
                <a:solidFill>
                  <a:srgbClr val="087F8C"/>
                </a:solidFill>
                <a:latin typeface="DejaVu Sans"/>
                <a:ea typeface="DejaVu Sans"/>
                <a:cs typeface="DejaVu Sans"/>
              </a:rPr>
              <a:t>14</a:t>
            </a:r>
          </a:p>
        </p:txBody>
      </p:sp>
      <p:sp>
        <p:nvSpPr>
          <p:cNvPr id="7" name="">
            <a:extLst xmlns:a="http://schemas.openxmlformats.org/drawingml/2006/main">
              <a:ext uri="{FF2B5EF4-FFF2-40B4-BE49-F238E27FC236}">
                <a16:creationId xmlns:a16="http://schemas.microsoft.com/office/drawing/2014/main" id="{B36760BB-D471-41AF-B7AC-751CF4B34B0B}"/>
              </a:ext>
            </a:extLst>
          </p:cNvPr>
          <p:cNvSpPr>
            <a:spLocks xmlns:a="http://schemas.openxmlformats.org/drawingml/2006/main" noGrp="1"/>
          </p:cNvSpPr>
          <p:nvPr/>
        </p:nvSpPr>
        <p:spPr>
          <a:xfrm xmlns:a="http://schemas.openxmlformats.org/drawingml/2006/main">
            <a:off x="4572000" y="2314575"/>
            <a:ext cx="3143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10283D"/>
                </a:solidFill>
                <a:latin typeface="DejaVu Sans"/>
                <a:ea typeface="DejaVu Sans"/>
                <a:cs typeface="DejaVu Sans"/>
              </a:defRPr>
            </a:defPPr>
            <a:lvl1pPr>
              <a:defRPr sz="1725" b="0">
                <a:solidFill>
                  <a:srgbClr val="10283D"/>
                </a:solidFill>
                <a:latin typeface="DejaVu Sans"/>
                <a:ea typeface="DejaVu Sans"/>
                <a:cs typeface="DejaVu Sans"/>
              </a:defRPr>
            </a:lvl1pPr>
            <a:lvl2pPr>
              <a:defRPr sz="1725" b="0">
                <a:solidFill>
                  <a:srgbClr val="10283D"/>
                </a:solidFill>
                <a:latin typeface="DejaVu Sans"/>
                <a:ea typeface="DejaVu Sans"/>
                <a:cs typeface="DejaVu Sans"/>
              </a:defRPr>
            </a:lvl2pPr>
            <a:lvl3pPr>
              <a:defRPr sz="1725" b="0">
                <a:solidFill>
                  <a:srgbClr val="10283D"/>
                </a:solidFill>
                <a:latin typeface="DejaVu Sans"/>
                <a:ea typeface="DejaVu Sans"/>
                <a:cs typeface="DejaVu Sans"/>
              </a:defRPr>
            </a:lvl3pPr>
            <a:lvl4pPr>
              <a:defRPr sz="1725" b="0">
                <a:solidFill>
                  <a:srgbClr val="10283D"/>
                </a:solidFill>
                <a:latin typeface="DejaVu Sans"/>
                <a:ea typeface="DejaVu Sans"/>
                <a:cs typeface="DejaVu Sans"/>
              </a:defRPr>
            </a:lvl4pPr>
            <a:lvl5pPr>
              <a:defRPr sz="1725" b="0">
                <a:solidFill>
                  <a:srgbClr val="10283D"/>
                </a:solidFill>
                <a:latin typeface="DejaVu Sans"/>
                <a:ea typeface="DejaVu Sans"/>
                <a:cs typeface="DejaVu Sans"/>
              </a:defRPr>
            </a:lvl5pPr>
            <a:lvl6pPr>
              <a:defRPr sz="1725" b="0">
                <a:solidFill>
                  <a:srgbClr val="10283D"/>
                </a:solidFill>
                <a:latin typeface="DejaVu Sans"/>
                <a:ea typeface="DejaVu Sans"/>
                <a:cs typeface="DejaVu Sans"/>
              </a:defRPr>
            </a:lvl6pPr>
            <a:lvl7pPr>
              <a:defRPr sz="1725" b="0">
                <a:solidFill>
                  <a:srgbClr val="10283D"/>
                </a:solidFill>
                <a:latin typeface="DejaVu Sans"/>
                <a:ea typeface="DejaVu Sans"/>
                <a:cs typeface="DejaVu Sans"/>
              </a:defRPr>
            </a:lvl7pPr>
            <a:lvl8pPr>
              <a:defRPr sz="1725" b="0">
                <a:solidFill>
                  <a:srgbClr val="10283D"/>
                </a:solidFill>
                <a:latin typeface="DejaVu Sans"/>
                <a:ea typeface="DejaVu Sans"/>
                <a:cs typeface="DejaVu Sans"/>
              </a:defRPr>
            </a:lvl8pPr>
            <a:lvl9pPr>
              <a:defRPr sz="1725" b="0">
                <a:solidFill>
                  <a:srgbClr val="10283D"/>
                </a:solidFill>
                <a:latin typeface="DejaVu Sans"/>
                <a:ea typeface="DejaVu Sans"/>
                <a:cs typeface="DejaVu Sans"/>
              </a:defRPr>
            </a:lvl9pPr>
          </a:lstStyle>
          <a:p xmlns:a="http://schemas.openxmlformats.org/drawingml/2006/main">
            <a:pPr>
              <a:defRPr sz="1725" b="0">
                <a:solidFill>
                  <a:srgbClr val="10283D"/>
                </a:solidFill>
                <a:latin typeface="DejaVu Sans"/>
                <a:ea typeface="DejaVu Sans"/>
                <a:cs typeface="DejaVu Sans"/>
              </a:defRPr>
            </a:pPr>
            <a:r>
              <a:rPr sz="1725" b="0">
                <a:solidFill>
                  <a:srgbClr val="10283D"/>
                </a:solidFill>
                <a:latin typeface="DejaVu Sans"/>
                <a:ea typeface="DejaVu Sans"/>
                <a:cs typeface="DejaVu Sans"/>
              </a:rPr>
              <a:t>in the T2D cohort</a:t>
            </a:r>
          </a:p>
        </p:txBody>
      </p:sp>
      <p:sp>
        <p:nvSpPr>
          <p:cNvPr id="8" name="">
            <a:extLst xmlns:a="http://schemas.openxmlformats.org/drawingml/2006/main">
              <a:ext uri="{FF2B5EF4-FFF2-40B4-BE49-F238E27FC236}">
                <a16:creationId xmlns:a16="http://schemas.microsoft.com/office/drawing/2014/main" id="{6E4DCFC7-4EAB-42A3-BBD6-43260E025118}"/>
              </a:ext>
            </a:extLst>
          </p:cNvPr>
          <p:cNvSpPr>
            <a:spLocks xmlns:a="http://schemas.openxmlformats.org/drawingml/2006/main" noGrp="1"/>
          </p:cNvSpPr>
          <p:nvPr/>
        </p:nvSpPr>
        <p:spPr>
          <a:xfrm xmlns:a="http://schemas.openxmlformats.org/drawingml/2006/main">
            <a:off x="8001000" y="1628775"/>
            <a:ext cx="3429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10283D"/>
                </a:solidFill>
                <a:latin typeface="DejaVu Sans"/>
                <a:ea typeface="DejaVu Sans"/>
                <a:cs typeface="DejaVu Sans"/>
              </a:defRPr>
            </a:defPPr>
            <a:lvl1pPr>
              <a:defRPr sz="3225" b="1">
                <a:solidFill>
                  <a:srgbClr val="10283D"/>
                </a:solidFill>
                <a:latin typeface="DejaVu Sans"/>
                <a:ea typeface="DejaVu Sans"/>
                <a:cs typeface="DejaVu Sans"/>
              </a:defRPr>
            </a:lvl1pPr>
            <a:lvl2pPr>
              <a:defRPr sz="3225" b="1">
                <a:solidFill>
                  <a:srgbClr val="10283D"/>
                </a:solidFill>
                <a:latin typeface="DejaVu Sans"/>
                <a:ea typeface="DejaVu Sans"/>
                <a:cs typeface="DejaVu Sans"/>
              </a:defRPr>
            </a:lvl2pPr>
            <a:lvl3pPr>
              <a:defRPr sz="3225" b="1">
                <a:solidFill>
                  <a:srgbClr val="10283D"/>
                </a:solidFill>
                <a:latin typeface="DejaVu Sans"/>
                <a:ea typeface="DejaVu Sans"/>
                <a:cs typeface="DejaVu Sans"/>
              </a:defRPr>
            </a:lvl3pPr>
            <a:lvl4pPr>
              <a:defRPr sz="3225" b="1">
                <a:solidFill>
                  <a:srgbClr val="10283D"/>
                </a:solidFill>
                <a:latin typeface="DejaVu Sans"/>
                <a:ea typeface="DejaVu Sans"/>
                <a:cs typeface="DejaVu Sans"/>
              </a:defRPr>
            </a:lvl4pPr>
            <a:lvl5pPr>
              <a:defRPr sz="3225" b="1">
                <a:solidFill>
                  <a:srgbClr val="10283D"/>
                </a:solidFill>
                <a:latin typeface="DejaVu Sans"/>
                <a:ea typeface="DejaVu Sans"/>
                <a:cs typeface="DejaVu Sans"/>
              </a:defRPr>
            </a:lvl5pPr>
            <a:lvl6pPr>
              <a:defRPr sz="3225" b="1">
                <a:solidFill>
                  <a:srgbClr val="10283D"/>
                </a:solidFill>
                <a:latin typeface="DejaVu Sans"/>
                <a:ea typeface="DejaVu Sans"/>
                <a:cs typeface="DejaVu Sans"/>
              </a:defRPr>
            </a:lvl6pPr>
            <a:lvl7pPr>
              <a:defRPr sz="3225" b="1">
                <a:solidFill>
                  <a:srgbClr val="10283D"/>
                </a:solidFill>
                <a:latin typeface="DejaVu Sans"/>
                <a:ea typeface="DejaVu Sans"/>
                <a:cs typeface="DejaVu Sans"/>
              </a:defRPr>
            </a:lvl7pPr>
            <a:lvl8pPr>
              <a:defRPr sz="3225" b="1">
                <a:solidFill>
                  <a:srgbClr val="10283D"/>
                </a:solidFill>
                <a:latin typeface="DejaVu Sans"/>
                <a:ea typeface="DejaVu Sans"/>
                <a:cs typeface="DejaVu Sans"/>
              </a:defRPr>
            </a:lvl8pPr>
            <a:lvl9pPr>
              <a:defRPr sz="3225" b="1">
                <a:solidFill>
                  <a:srgbClr val="10283D"/>
                </a:solidFill>
                <a:latin typeface="DejaVu Sans"/>
                <a:ea typeface="DejaVu Sans"/>
                <a:cs typeface="DejaVu Sans"/>
              </a:defRPr>
            </a:lvl9pPr>
          </a:lstStyle>
          <a:p xmlns:a="http://schemas.openxmlformats.org/drawingml/2006/main">
            <a:pPr>
              <a:defRPr sz="3225" b="1">
                <a:solidFill>
                  <a:srgbClr val="10283D"/>
                </a:solidFill>
                <a:latin typeface="DejaVu Sans"/>
                <a:ea typeface="DejaVu Sans"/>
                <a:cs typeface="DejaVu Sans"/>
              </a:defRPr>
            </a:pPr>
            <a:r>
              <a:rPr sz="3225" b="1">
                <a:solidFill>
                  <a:srgbClr val="10283D"/>
                </a:solidFill>
                <a:latin typeface="DejaVu Sans"/>
                <a:ea typeface="DejaVu Sans"/>
                <a:cs typeface="DejaVu Sans"/>
              </a:rPr>
              <a:t>US cohort</a:t>
            </a:r>
          </a:p>
        </p:txBody>
      </p:sp>
      <p:sp>
        <p:nvSpPr>
          <p:cNvPr id="9" name="">
            <a:extLst xmlns:a="http://schemas.openxmlformats.org/drawingml/2006/main">
              <a:ext uri="{FF2B5EF4-FFF2-40B4-BE49-F238E27FC236}">
                <a16:creationId xmlns:a16="http://schemas.microsoft.com/office/drawing/2014/main" id="{77A07EEF-9E1F-4183-945C-2BC384C8707F}"/>
              </a:ext>
            </a:extLst>
          </p:cNvPr>
          <p:cNvSpPr>
            <a:spLocks xmlns:a="http://schemas.openxmlformats.org/drawingml/2006/main" noGrp="1"/>
          </p:cNvSpPr>
          <p:nvPr/>
        </p:nvSpPr>
        <p:spPr>
          <a:xfrm xmlns:a="http://schemas.openxmlformats.org/drawingml/2006/main">
            <a:off x="8001000" y="2314575"/>
            <a:ext cx="352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59717F"/>
                </a:solidFill>
                <a:latin typeface="DejaVu Sans"/>
                <a:ea typeface="DejaVu Sans"/>
                <a:cs typeface="DejaVu Sans"/>
              </a:defRPr>
            </a:defPPr>
            <a:lvl1pPr>
              <a:defRPr sz="1650" b="0">
                <a:solidFill>
                  <a:srgbClr val="59717F"/>
                </a:solidFill>
                <a:latin typeface="DejaVu Sans"/>
                <a:ea typeface="DejaVu Sans"/>
                <a:cs typeface="DejaVu Sans"/>
              </a:defRPr>
            </a:lvl1pPr>
            <a:lvl2pPr>
              <a:defRPr sz="1650" b="0">
                <a:solidFill>
                  <a:srgbClr val="59717F"/>
                </a:solidFill>
                <a:latin typeface="DejaVu Sans"/>
                <a:ea typeface="DejaVu Sans"/>
                <a:cs typeface="DejaVu Sans"/>
              </a:defRPr>
            </a:lvl2pPr>
            <a:lvl3pPr>
              <a:defRPr sz="1650" b="0">
                <a:solidFill>
                  <a:srgbClr val="59717F"/>
                </a:solidFill>
                <a:latin typeface="DejaVu Sans"/>
                <a:ea typeface="DejaVu Sans"/>
                <a:cs typeface="DejaVu Sans"/>
              </a:defRPr>
            </a:lvl3pPr>
            <a:lvl4pPr>
              <a:defRPr sz="1650" b="0">
                <a:solidFill>
                  <a:srgbClr val="59717F"/>
                </a:solidFill>
                <a:latin typeface="DejaVu Sans"/>
                <a:ea typeface="DejaVu Sans"/>
                <a:cs typeface="DejaVu Sans"/>
              </a:defRPr>
            </a:lvl4pPr>
            <a:lvl5pPr>
              <a:defRPr sz="1650" b="0">
                <a:solidFill>
                  <a:srgbClr val="59717F"/>
                </a:solidFill>
                <a:latin typeface="DejaVu Sans"/>
                <a:ea typeface="DejaVu Sans"/>
                <a:cs typeface="DejaVu Sans"/>
              </a:defRPr>
            </a:lvl5pPr>
            <a:lvl6pPr>
              <a:defRPr sz="1650" b="0">
                <a:solidFill>
                  <a:srgbClr val="59717F"/>
                </a:solidFill>
                <a:latin typeface="DejaVu Sans"/>
                <a:ea typeface="DejaVu Sans"/>
                <a:cs typeface="DejaVu Sans"/>
              </a:defRPr>
            </a:lvl6pPr>
            <a:lvl7pPr>
              <a:defRPr sz="1650" b="0">
                <a:solidFill>
                  <a:srgbClr val="59717F"/>
                </a:solidFill>
                <a:latin typeface="DejaVu Sans"/>
                <a:ea typeface="DejaVu Sans"/>
                <a:cs typeface="DejaVu Sans"/>
              </a:defRPr>
            </a:lvl7pPr>
            <a:lvl8pPr>
              <a:defRPr sz="1650" b="0">
                <a:solidFill>
                  <a:srgbClr val="59717F"/>
                </a:solidFill>
                <a:latin typeface="DejaVu Sans"/>
                <a:ea typeface="DejaVu Sans"/>
                <a:cs typeface="DejaVu Sans"/>
              </a:defRPr>
            </a:lvl8pPr>
            <a:lvl9pPr>
              <a:defRPr sz="1650" b="0">
                <a:solidFill>
                  <a:srgbClr val="59717F"/>
                </a:solidFill>
                <a:latin typeface="DejaVu Sans"/>
                <a:ea typeface="DejaVu Sans"/>
                <a:cs typeface="DejaVu Sans"/>
              </a:defRPr>
            </a:lvl9pPr>
          </a:lstStyle>
          <a:p xmlns:a="http://schemas.openxmlformats.org/drawingml/2006/main">
            <a:pPr>
              <a:defRPr sz="1650" b="0">
                <a:solidFill>
                  <a:srgbClr val="59717F"/>
                </a:solidFill>
                <a:latin typeface="DejaVu Sans"/>
                <a:ea typeface="DejaVu Sans"/>
                <a:cs typeface="DejaVu Sans"/>
              </a:defRPr>
            </a:pPr>
            <a:r>
              <a:rPr sz="1650" b="0">
                <a:solidFill>
                  <a:srgbClr val="59717F"/>
                </a:solidFill>
                <a:latin typeface="DejaVu Sans"/>
                <a:ea typeface="DejaVu Sans"/>
                <a:cs typeface="DejaVu Sans"/>
              </a:rPr>
              <a:t>Indian validation still required</a:t>
            </a:r>
          </a:p>
        </p:txBody>
      </p:sp>
      <p:graphicFrame>
        <p:nvGraphicFramePr>
          <p:cNvPr id="10" name="">
            <a:extLst xmlns:a="http://schemas.openxmlformats.org/drawingml/2006/main">
              <a:ext uri="{FF2B5EF4-FFF2-40B4-BE49-F238E27FC236}">
                <a16:creationId xmlns:a16="http://schemas.microsoft.com/office/drawing/2014/main" id="{3418A268-8D7A-43D1-AAE5-4FEA29CCD817}"/>
              </a:ext>
            </a:extLst>
          </p:cNvPr>
          <p:cNvGraphicFramePr/>
          <p:nvPr/>
        </p:nvGraphicFramePr>
        <p:xfrm>
          <a:off xmlns:a="http://schemas.openxmlformats.org/drawingml/2006/main" x="571500" y="3143250"/>
          <a:ext xmlns:a="http://schemas.openxmlformats.org/drawingml/2006/main" cx="11049000" cy="2419350"/>
        </p:xfrm>
        <a:graphic xmlns:a="http://schemas.openxmlformats.org/drawingml/2006/main">
          <a:graphicData uri="http://schemas.openxmlformats.org/drawingml/2006/table">
            <a:tbl>
              <a:tblPr/>
              <a:tblGrid>
                <a:gridCol w="2476500"/>
                <a:gridCol w="5905500"/>
                <a:gridCol w="2667000"/>
              </a:tblGrid>
              <a:tr h="604838">
                <a:tc>
                  <a:txBody>
                    <a:bodyPr lIns="114300" tIns="114300" rIns="114300" bIns="114300"/>
                    <a:lstStyle/>
                    <a:p>
                      <a:r>
                        <a:rPr sz="1500" b="1">
                          <a:solidFill>
                            <a:srgbClr val="FFFFFF"/>
                          </a:solidFill>
                          <a:latin typeface="DejaVu Sans"/>
                          <a:ea typeface="DejaVu Sans"/>
                          <a:cs typeface="DejaVu Sans"/>
                        </a:rPr>
                        <a:t>Stream</a:t>
                      </a:r>
                    </a:p>
                  </a:txBody>
                  <a:tcPr marL="91440" marR="91440" marT="45720" marB="45720">
                    <a:solidFill>
                      <a:srgbClr val="10283D"/>
                    </a:solidFill>
                  </a:tcPr>
                </a:tc>
                <a:tc>
                  <a:txBody>
                    <a:bodyPr lIns="114300" tIns="114300" rIns="114300" bIns="114300"/>
                    <a:lstStyle/>
                    <a:p>
                      <a:r>
                        <a:rPr sz="1500" b="1">
                          <a:solidFill>
                            <a:srgbClr val="FFFFFF"/>
                          </a:solidFill>
                          <a:latin typeface="DejaVu Sans"/>
                          <a:ea typeface="DejaVu Sans"/>
                          <a:cs typeface="DejaVu Sans"/>
                        </a:rPr>
                        <a:t>Fields used</a:t>
                      </a:r>
                    </a:p>
                  </a:txBody>
                  <a:tcPr marL="91440" marR="91440" marT="45720" marB="45720">
                    <a:solidFill>
                      <a:srgbClr val="10283D"/>
                    </a:solidFill>
                  </a:tcPr>
                </a:tc>
                <a:tc>
                  <a:txBody>
                    <a:bodyPr lIns="114300" tIns="114300" rIns="114300" bIns="114300"/>
                    <a:lstStyle/>
                    <a:p>
                      <a:r>
                        <a:rPr sz="1500" b="1">
                          <a:solidFill>
                            <a:srgbClr val="FFFFFF"/>
                          </a:solidFill>
                          <a:latin typeface="DejaVu Sans"/>
                          <a:ea typeface="DejaVu Sans"/>
                          <a:cs typeface="DejaVu Sans"/>
                        </a:rPr>
                        <a:t>Linkage</a:t>
                      </a:r>
                    </a:p>
                  </a:txBody>
                  <a:tcPr marL="91440" marR="91440" marT="45720" marB="45720">
                    <a:solidFill>
                      <a:srgbClr val="10283D"/>
                    </a:solidFill>
                  </a:tcPr>
                </a:tc>
              </a:tr>
              <a:tr h="604838">
                <a:tc>
                  <a:txBody>
                    <a:bodyPr lIns="114300" tIns="114300" rIns="114300" bIns="114300"/>
                    <a:lstStyle/>
                    <a:p>
                      <a:r>
                        <a:rPr sz="1575" b="0">
                          <a:solidFill>
                            <a:srgbClr val="10283D"/>
                          </a:solidFill>
                          <a:latin typeface="DejaVu Sans"/>
                          <a:ea typeface="DejaVu Sans"/>
                          <a:cs typeface="DejaVu Sans"/>
                        </a:rPr>
                        <a:t>Clinical profile</a:t>
                      </a:r>
                    </a:p>
                  </a:txBody>
                  <a:tcPr marL="91440" marR="91440" marT="45720" marB="45720">
                    <a:solidFill>
                      <a:srgbClr val="FFFFFF"/>
                    </a:solidFill>
                  </a:tcPr>
                </a:tc>
                <a:tc>
                  <a:txBody>
                    <a:bodyPr lIns="114300" tIns="114300" rIns="114300" bIns="114300"/>
                    <a:lstStyle/>
                    <a:p>
                      <a:r>
                        <a:rPr sz="1575" b="0">
                          <a:solidFill>
                            <a:srgbClr val="10283D"/>
                          </a:solidFill>
                          <a:latin typeface="DejaVu Sans"/>
                          <a:ea typeface="DejaVu Sans"/>
                          <a:cs typeface="DejaVu Sans"/>
                        </a:rPr>
                        <a:t>Age, sex, BMI, HbA1c, fasting glucose</a:t>
                      </a:r>
                    </a:p>
                  </a:txBody>
                  <a:tcPr marL="91440" marR="91440" marT="45720" marB="45720">
                    <a:solidFill>
                      <a:srgbClr val="FFFFFF"/>
                    </a:solidFill>
                  </a:tcPr>
                </a:tc>
                <a:tc>
                  <a:txBody>
                    <a:bodyPr lIns="114300" tIns="114300" rIns="114300" bIns="114300"/>
                    <a:lstStyle/>
                    <a:p>
                      <a:r>
                        <a:rPr sz="1575" b="0">
                          <a:solidFill>
                            <a:srgbClr val="10283D"/>
                          </a:solidFill>
                          <a:latin typeface="DejaVu Sans"/>
                          <a:ea typeface="DejaVu Sans"/>
                          <a:cs typeface="DejaVu Sans"/>
                        </a:rPr>
                        <a:t>Same participant ID</a:t>
                      </a:r>
                    </a:p>
                  </a:txBody>
                  <a:tcPr marL="91440" marR="91440" marT="45720" marB="45720">
                    <a:solidFill>
                      <a:srgbClr val="FFFFFF"/>
                    </a:solidFill>
                  </a:tcPr>
                </a:tc>
              </a:tr>
              <a:tr h="604838">
                <a:tc>
                  <a:txBody>
                    <a:bodyPr lIns="114300" tIns="114300" rIns="114300" bIns="114300"/>
                    <a:lstStyle/>
                    <a:p>
                      <a:r>
                        <a:rPr sz="1575" b="0">
                          <a:solidFill>
                            <a:srgbClr val="10283D"/>
                          </a:solidFill>
                          <a:latin typeface="DejaVu Sans"/>
                          <a:ea typeface="DejaVu Sans"/>
                          <a:cs typeface="DejaVu Sans"/>
                        </a:rPr>
                        <a:t>Dynamic observations</a:t>
                      </a:r>
                    </a:p>
                  </a:txBody>
                  <a:tcPr marL="91440" marR="91440" marT="45720" marB="45720">
                    <a:solidFill>
                      <a:srgbClr val="EDF3F5"/>
                    </a:solidFill>
                  </a:tcPr>
                </a:tc>
                <a:tc>
                  <a:txBody>
                    <a:bodyPr lIns="114300" tIns="114300" rIns="114300" bIns="114300"/>
                    <a:lstStyle/>
                    <a:p>
                      <a:r>
                        <a:rPr sz="1575" b="0">
                          <a:solidFill>
                            <a:srgbClr val="10283D"/>
                          </a:solidFill>
                          <a:latin typeface="DejaVu Sans"/>
                          <a:ea typeface="DejaVu Sans"/>
                          <a:cs typeface="DejaVu Sans"/>
                        </a:rPr>
                        <a:t>Glucose, heart rate, activity METs</a:t>
                      </a:r>
                    </a:p>
                  </a:txBody>
                  <a:tcPr marL="91440" marR="91440" marT="45720" marB="45720">
                    <a:solidFill>
                      <a:srgbClr val="EDF3F5"/>
                    </a:solidFill>
                  </a:tcPr>
                </a:tc>
                <a:tc>
                  <a:txBody>
                    <a:bodyPr lIns="114300" tIns="114300" rIns="114300" bIns="114300"/>
                    <a:lstStyle/>
                    <a:p>
                      <a:r>
                        <a:rPr sz="1575" b="0">
                          <a:solidFill>
                            <a:srgbClr val="10283D"/>
                          </a:solidFill>
                          <a:latin typeface="DejaVu Sans"/>
                          <a:ea typeface="DejaVu Sans"/>
                          <a:cs typeface="DejaVu Sans"/>
                        </a:rPr>
                        <a:t>Same participant ID</a:t>
                      </a:r>
                    </a:p>
                  </a:txBody>
                  <a:tcPr marL="91440" marR="91440" marT="45720" marB="45720">
                    <a:solidFill>
                      <a:srgbClr val="EDF3F5"/>
                    </a:solidFill>
                  </a:tcPr>
                </a:tc>
              </a:tr>
              <a:tr h="604838">
                <a:tc>
                  <a:txBody>
                    <a:bodyPr lIns="114300" tIns="114300" rIns="114300" bIns="114300"/>
                    <a:lstStyle/>
                    <a:p>
                      <a:r>
                        <a:rPr sz="1575" b="0">
                          <a:solidFill>
                            <a:srgbClr val="10283D"/>
                          </a:solidFill>
                          <a:latin typeface="DejaVu Sans"/>
                          <a:ea typeface="DejaVu Sans"/>
                          <a:cs typeface="DejaVu Sans"/>
                        </a:rPr>
                        <a:t>Recorded context</a:t>
                      </a:r>
                    </a:p>
                  </a:txBody>
                  <a:tcPr marL="91440" marR="91440" marT="45720" marB="45720">
                    <a:solidFill>
                      <a:srgbClr val="FFFFFF"/>
                    </a:solidFill>
                  </a:tcPr>
                </a:tc>
                <a:tc>
                  <a:txBody>
                    <a:bodyPr lIns="114300" tIns="114300" rIns="114300" bIns="114300"/>
                    <a:lstStyle/>
                    <a:p>
                      <a:r>
                        <a:rPr sz="1575" b="0">
                          <a:solidFill>
                            <a:srgbClr val="10283D"/>
                          </a:solidFill>
                          <a:latin typeface="DejaVu Sans"/>
                          <a:ea typeface="DejaVu Sans"/>
                          <a:cs typeface="DejaVu Sans"/>
                        </a:rPr>
                        <a:t>Meal carbohydrate, protein and fat</a:t>
                      </a:r>
                    </a:p>
                  </a:txBody>
                  <a:tcPr marL="91440" marR="91440" marT="45720" marB="45720">
                    <a:solidFill>
                      <a:srgbClr val="FFFFFF"/>
                    </a:solidFill>
                  </a:tcPr>
                </a:tc>
                <a:tc>
                  <a:txBody>
                    <a:bodyPr lIns="114300" tIns="114300" rIns="114300" bIns="114300"/>
                    <a:lstStyle/>
                    <a:p>
                      <a:r>
                        <a:rPr sz="1575" b="0">
                          <a:solidFill>
                            <a:srgbClr val="10283D"/>
                          </a:solidFill>
                          <a:latin typeface="DejaVu Sans"/>
                          <a:ea typeface="DejaVu Sans"/>
                          <a:cs typeface="DejaVu Sans"/>
                        </a:rPr>
                        <a:t>Same participant ID</a:t>
                      </a:r>
                    </a:p>
                  </a:txBody>
                  <a:tcPr marL="91440" marR="91440" marT="45720" marB="45720">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400E2D94-85C8-4F7E-B500-607E87FB37FE}"/>
              </a:ext>
            </a:extLst>
          </p:cNvPr>
          <p:cNvSpPr>
            <a:spLocks xmlns:a="http://schemas.openxmlformats.org/drawingml/2006/main" noGrp="1"/>
          </p:cNvSpPr>
          <p:nvPr/>
        </p:nvSpPr>
        <p:spPr>
          <a:xfrm xmlns:a="http://schemas.openxmlformats.org/drawingml/2006/main">
            <a:off x="571500" y="5867400"/>
            <a:ext cx="11049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59717F"/>
                </a:solidFill>
                <a:latin typeface="DejaVu Sans"/>
                <a:ea typeface="DejaVu Sans"/>
                <a:cs typeface="DejaVu Sans"/>
              </a:defRPr>
            </a:defPPr>
            <a:lvl1pPr>
              <a:defRPr sz="1425" b="0">
                <a:solidFill>
                  <a:srgbClr val="59717F"/>
                </a:solidFill>
                <a:latin typeface="DejaVu Sans"/>
                <a:ea typeface="DejaVu Sans"/>
                <a:cs typeface="DejaVu Sans"/>
              </a:defRPr>
            </a:lvl1pPr>
            <a:lvl2pPr>
              <a:defRPr sz="1425" b="0">
                <a:solidFill>
                  <a:srgbClr val="59717F"/>
                </a:solidFill>
                <a:latin typeface="DejaVu Sans"/>
                <a:ea typeface="DejaVu Sans"/>
                <a:cs typeface="DejaVu Sans"/>
              </a:defRPr>
            </a:lvl2pPr>
            <a:lvl3pPr>
              <a:defRPr sz="1425" b="0">
                <a:solidFill>
                  <a:srgbClr val="59717F"/>
                </a:solidFill>
                <a:latin typeface="DejaVu Sans"/>
                <a:ea typeface="DejaVu Sans"/>
                <a:cs typeface="DejaVu Sans"/>
              </a:defRPr>
            </a:lvl3pPr>
            <a:lvl4pPr>
              <a:defRPr sz="1425" b="0">
                <a:solidFill>
                  <a:srgbClr val="59717F"/>
                </a:solidFill>
                <a:latin typeface="DejaVu Sans"/>
                <a:ea typeface="DejaVu Sans"/>
                <a:cs typeface="DejaVu Sans"/>
              </a:defRPr>
            </a:lvl4pPr>
            <a:lvl5pPr>
              <a:defRPr sz="1425" b="0">
                <a:solidFill>
                  <a:srgbClr val="59717F"/>
                </a:solidFill>
                <a:latin typeface="DejaVu Sans"/>
                <a:ea typeface="DejaVu Sans"/>
                <a:cs typeface="DejaVu Sans"/>
              </a:defRPr>
            </a:lvl5pPr>
            <a:lvl6pPr>
              <a:defRPr sz="1425" b="0">
                <a:solidFill>
                  <a:srgbClr val="59717F"/>
                </a:solidFill>
                <a:latin typeface="DejaVu Sans"/>
                <a:ea typeface="DejaVu Sans"/>
                <a:cs typeface="DejaVu Sans"/>
              </a:defRPr>
            </a:lvl6pPr>
            <a:lvl7pPr>
              <a:defRPr sz="1425" b="0">
                <a:solidFill>
                  <a:srgbClr val="59717F"/>
                </a:solidFill>
                <a:latin typeface="DejaVu Sans"/>
                <a:ea typeface="DejaVu Sans"/>
                <a:cs typeface="DejaVu Sans"/>
              </a:defRPr>
            </a:lvl7pPr>
            <a:lvl8pPr>
              <a:defRPr sz="1425" b="0">
                <a:solidFill>
                  <a:srgbClr val="59717F"/>
                </a:solidFill>
                <a:latin typeface="DejaVu Sans"/>
                <a:ea typeface="DejaVu Sans"/>
                <a:cs typeface="DejaVu Sans"/>
              </a:defRPr>
            </a:lvl8pPr>
            <a:lvl9pPr>
              <a:defRPr sz="1425" b="0">
                <a:solidFill>
                  <a:srgbClr val="59717F"/>
                </a:solidFill>
                <a:latin typeface="DejaVu Sans"/>
                <a:ea typeface="DejaVu Sans"/>
                <a:cs typeface="DejaVu Sans"/>
              </a:defRPr>
            </a:lvl9pPr>
          </a:lstStyle>
          <a:p xmlns:a="http://schemas.openxmlformats.org/drawingml/2006/main">
            <a:pPr>
              <a:defRPr sz="1425" b="0">
                <a:solidFill>
                  <a:srgbClr val="59717F"/>
                </a:solidFill>
                <a:latin typeface="DejaVu Sans"/>
                <a:ea typeface="DejaVu Sans"/>
                <a:cs typeface="DejaVu Sans"/>
              </a:defRPr>
            </a:pPr>
            <a:r>
              <a:rPr sz="1425" b="0">
                <a:solidFill>
                  <a:srgbClr val="59717F"/>
                </a:solidFill>
                <a:latin typeface="DejaVu Sans"/>
                <a:ea typeface="DejaVu Sans"/>
                <a:cs typeface="DejaVu Sans"/>
              </a:rPr>
              <a:t>CGMacros v1.0.0 · CC BY-NC-SA 4.0 · EHR-like records; no hospital integration</a:t>
            </a:r>
          </a:p>
        </p:txBody>
      </p:sp>
    </p:spTree>
    <p:extLst>
      <p:ext uri="{BB962C8B-B14F-4D97-AF65-F5344CB8AC3E}">
        <p14:creationId xmlns:p14="http://schemas.microsoft.com/office/powerpoint/2010/main" val="81549686"/>
      </p:ext>
    </p:extLst>
  </p:cSld>
</p:sld>
</file>

<file path=ppt/slides/slide4.xml><?xml version="1.0" encoding="utf-8"?>
<p:sld xmlns:p="http://schemas.openxmlformats.org/presentationml/2006/main">
  <p:cSld>
    <p:bg>
      <p:bgPr>
        <a:solidFill xmlns:a="http://schemas.openxmlformats.org/drawingml/2006/main">
          <a:srgbClr val="F5F8F8"/>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A8AD6F64-45AC-4D47-B987-EF9DAD6D5A0D}"/>
              </a:ext>
            </a:extLst>
          </p:cNvPr>
          <p:cNvCxnSpPr>
            <a:stCxn xmlns:a="http://schemas.openxmlformats.org/drawingml/2006/main" id="11" idx="1"/>
            <a:endCxn xmlns:a="http://schemas.openxmlformats.org/drawingml/2006/main" id="6" idx="2"/>
          </p:cNvCxnSpPr>
          <p:nvPr/>
        </p:nvCxnSpPr>
        <p:spPr>
          <a:xfrm xmlns:a="http://schemas.openxmlformats.org/drawingml/2006/main" flipH="1" flipV="1">
            <a:off x="4333875" y="3905250"/>
            <a:ext cx="1666875" cy="1428750"/>
          </a:xfrm>
          <a:prstGeom xmlns:a="http://schemas.openxmlformats.org/drawingml/2006/main" prst="bentConnector2">
            <a:avLst/>
          </a:prstGeom>
          <a:ln xmlns:a="http://schemas.openxmlformats.org/drawingml/2006/main" w="19050">
            <a:solidFill>
              <a:srgbClr val="7863CD"/>
            </a:solidFill>
            <a:prstDash val="dash"/>
            <a:tailEnd type="triangle" w="sm" len="sm"/>
          </a:ln>
        </p:spPr>
      </p:cxnSp>
      <p:cxnSp>
        <p:nvCxnSpPr>
          <p:cNvPr id="19" name="">
            <a:extLst xmlns:a="http://schemas.openxmlformats.org/drawingml/2006/main">
              <a:ext uri="{FF2B5EF4-FFF2-40B4-BE49-F238E27FC236}">
                <a16:creationId xmlns:a16="http://schemas.microsoft.com/office/drawing/2014/main" id="{48AEE3CA-4612-4EB8-B664-6E80AA708ABE}"/>
              </a:ext>
            </a:extLst>
          </p:cNvPr>
          <p:cNvCxnSpPr>
            <a:stCxn xmlns:a="http://schemas.openxmlformats.org/drawingml/2006/main" id="10" idx="1"/>
            <a:endCxn xmlns:a="http://schemas.openxmlformats.org/drawingml/2006/main" id="11" idx="3"/>
          </p:cNvCxnSpPr>
          <p:nvPr/>
        </p:nvCxnSpPr>
        <p:spPr>
          <a:xfrm xmlns:a="http://schemas.openxmlformats.org/drawingml/2006/main" flipH="1">
            <a:off x="8572500" y="4691063"/>
            <a:ext cx="714375" cy="642938"/>
          </a:xfrm>
          <a:prstGeom xmlns:a="http://schemas.openxmlformats.org/drawingml/2006/main" prst="bentConnector3">
            <a:avLst>
              <a:gd name="adj1" fmla="val 50000"/>
            </a:avLst>
          </a:prstGeom>
          <a:ln xmlns:a="http://schemas.openxmlformats.org/drawingml/2006/main" w="19050">
            <a:solidFill>
              <a:srgbClr val="7863CD"/>
            </a:solidFill>
            <a:prstDash val="dash"/>
            <a:tailEnd type="triangle" w="sm" len="sm"/>
          </a:ln>
        </p:spPr>
      </p:cxnSp>
      <p:cxnSp>
        <p:nvCxnSpPr>
          <p:cNvPr id="18" name="">
            <a:extLst xmlns:a="http://schemas.openxmlformats.org/drawingml/2006/main">
              <a:ext uri="{FF2B5EF4-FFF2-40B4-BE49-F238E27FC236}">
                <a16:creationId xmlns:a16="http://schemas.microsoft.com/office/drawing/2014/main" id="{5BDF4A7A-6E5E-4938-9214-247C54ACCFA0}"/>
              </a:ext>
            </a:extLst>
          </p:cNvPr>
          <p:cNvCxnSpPr>
            <a:stCxn xmlns:a="http://schemas.openxmlformats.org/drawingml/2006/main" id="9" idx="2"/>
            <a:endCxn xmlns:a="http://schemas.openxmlformats.org/drawingml/2006/main" id="10" idx="0"/>
          </p:cNvCxnSpPr>
          <p:nvPr/>
        </p:nvCxnSpPr>
        <p:spPr>
          <a:xfrm xmlns:a="http://schemas.openxmlformats.org/drawingml/2006/main">
            <a:off x="10453688" y="3286125"/>
            <a:ext cx="0" cy="904875"/>
          </a:xfrm>
          <a:prstGeom xmlns:a="http://schemas.openxmlformats.org/drawingml/2006/main" prst="straightConnector1">
            <a:avLst/>
          </a:prstGeom>
          <a:ln xmlns:a="http://schemas.openxmlformats.org/drawingml/2006/main" w="19050">
            <a:solidFill>
              <a:srgbClr val="087F8C"/>
            </a:solidFill>
            <a:prstDash val="solid"/>
            <a:tailEnd type="triangle" w="sm" len="sm"/>
          </a:ln>
        </p:spPr>
      </p:cxnSp>
      <p:cxnSp>
        <p:nvCxnSpPr>
          <p:cNvPr id="17" name="">
            <a:extLst xmlns:a="http://schemas.openxmlformats.org/drawingml/2006/main">
              <a:ext uri="{FF2B5EF4-FFF2-40B4-BE49-F238E27FC236}">
                <a16:creationId xmlns:a16="http://schemas.microsoft.com/office/drawing/2014/main" id="{FCAEDD26-3618-4A8F-A39D-8FD0B7ED9496}"/>
              </a:ext>
            </a:extLst>
          </p:cNvPr>
          <p:cNvCxnSpPr>
            <a:stCxn xmlns:a="http://schemas.openxmlformats.org/drawingml/2006/main" id="8" idx="3"/>
            <a:endCxn xmlns:a="http://schemas.openxmlformats.org/drawingml/2006/main" id="9" idx="1"/>
          </p:cNvCxnSpPr>
          <p:nvPr/>
        </p:nvCxnSpPr>
        <p:spPr>
          <a:xfrm xmlns:a="http://schemas.openxmlformats.org/drawingml/2006/main" flipV="1">
            <a:off x="8429625" y="2833688"/>
            <a:ext cx="857250" cy="785813"/>
          </a:xfrm>
          <a:prstGeom xmlns:a="http://schemas.openxmlformats.org/drawingml/2006/main" prst="bentConnector3">
            <a:avLst>
              <a:gd name="adj1" fmla="val 50000"/>
            </a:avLst>
          </a:prstGeom>
          <a:ln xmlns:a="http://schemas.openxmlformats.org/drawingml/2006/main" w="19050">
            <a:solidFill>
              <a:srgbClr val="087F8C"/>
            </a:solidFill>
            <a:prstDash val="solid"/>
            <a:tailEnd type="triangle" w="sm" len="sm"/>
          </a:ln>
        </p:spPr>
      </p:cxnSp>
      <p:cxnSp>
        <p:nvCxnSpPr>
          <p:cNvPr id="16" name="">
            <a:extLst xmlns:a="http://schemas.openxmlformats.org/drawingml/2006/main">
              <a:ext uri="{FF2B5EF4-FFF2-40B4-BE49-F238E27FC236}">
                <a16:creationId xmlns:a16="http://schemas.microsoft.com/office/drawing/2014/main" id="{3F4868AF-6237-4004-B85D-02D9B6206261}"/>
              </a:ext>
            </a:extLst>
          </p:cNvPr>
          <p:cNvCxnSpPr>
            <a:stCxn xmlns:a="http://schemas.openxmlformats.org/drawingml/2006/main" id="7" idx="3"/>
            <a:endCxn xmlns:a="http://schemas.openxmlformats.org/drawingml/2006/main" id="9" idx="1"/>
          </p:cNvCxnSpPr>
          <p:nvPr/>
        </p:nvCxnSpPr>
        <p:spPr>
          <a:xfrm xmlns:a="http://schemas.openxmlformats.org/drawingml/2006/main">
            <a:off x="8429625" y="2047875"/>
            <a:ext cx="857250" cy="785813"/>
          </a:xfrm>
          <a:prstGeom xmlns:a="http://schemas.openxmlformats.org/drawingml/2006/main" prst="bentConnector3">
            <a:avLst>
              <a:gd name="adj1" fmla="val 50000"/>
            </a:avLst>
          </a:prstGeom>
          <a:ln xmlns:a="http://schemas.openxmlformats.org/drawingml/2006/main" w="19050">
            <a:solidFill>
              <a:srgbClr val="087F8C"/>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951B98B1-7C34-4865-9527-0473C3280045}"/>
              </a:ext>
            </a:extLst>
          </p:cNvPr>
          <p:cNvCxnSpPr>
            <a:stCxn xmlns:a="http://schemas.openxmlformats.org/drawingml/2006/main" id="6" idx="3"/>
            <a:endCxn xmlns:a="http://schemas.openxmlformats.org/drawingml/2006/main" id="8" idx="1"/>
          </p:cNvCxnSpPr>
          <p:nvPr/>
        </p:nvCxnSpPr>
        <p:spPr>
          <a:xfrm xmlns:a="http://schemas.openxmlformats.org/drawingml/2006/main">
            <a:off x="5381625" y="3143250"/>
            <a:ext cx="714375" cy="476250"/>
          </a:xfrm>
          <a:prstGeom xmlns:a="http://schemas.openxmlformats.org/drawingml/2006/main" prst="bentConnector3">
            <a:avLst>
              <a:gd name="adj1" fmla="val 50000"/>
            </a:avLst>
          </a:prstGeom>
          <a:ln xmlns:a="http://schemas.openxmlformats.org/drawingml/2006/main" w="19050">
            <a:solidFill>
              <a:srgbClr val="087F8C"/>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7B5C63A4-2E1B-40C1-B8A0-16891C81313E}"/>
              </a:ext>
            </a:extLst>
          </p:cNvPr>
          <p:cNvCxnSpPr>
            <a:stCxn xmlns:a="http://schemas.openxmlformats.org/drawingml/2006/main" id="6" idx="3"/>
            <a:endCxn xmlns:a="http://schemas.openxmlformats.org/drawingml/2006/main" id="7" idx="1"/>
          </p:cNvCxnSpPr>
          <p:nvPr/>
        </p:nvCxnSpPr>
        <p:spPr>
          <a:xfrm xmlns:a="http://schemas.openxmlformats.org/drawingml/2006/main" flipV="1">
            <a:off x="5381625" y="2047875"/>
            <a:ext cx="714375" cy="1095375"/>
          </a:xfrm>
          <a:prstGeom xmlns:a="http://schemas.openxmlformats.org/drawingml/2006/main" prst="bentConnector3">
            <a:avLst>
              <a:gd name="adj1" fmla="val 50000"/>
            </a:avLst>
          </a:prstGeom>
          <a:ln xmlns:a="http://schemas.openxmlformats.org/drawingml/2006/main" w="19050">
            <a:solidFill>
              <a:srgbClr val="087F8C"/>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7B0B8344-0BC0-4460-9540-8154E93F42A8}"/>
              </a:ext>
            </a:extLst>
          </p:cNvPr>
          <p:cNvCxnSpPr>
            <a:stCxn xmlns:a="http://schemas.openxmlformats.org/drawingml/2006/main" id="5" idx="3"/>
            <a:endCxn xmlns:a="http://schemas.openxmlformats.org/drawingml/2006/main" id="6" idx="1"/>
          </p:cNvCxnSpPr>
          <p:nvPr/>
        </p:nvCxnSpPr>
        <p:spPr>
          <a:xfrm xmlns:a="http://schemas.openxmlformats.org/drawingml/2006/main" flipV="1">
            <a:off x="2667000" y="3143250"/>
            <a:ext cx="619125" cy="619125"/>
          </a:xfrm>
          <a:prstGeom xmlns:a="http://schemas.openxmlformats.org/drawingml/2006/main" prst="bentConnector3">
            <a:avLst>
              <a:gd name="adj1" fmla="val 50000"/>
            </a:avLst>
          </a:prstGeom>
          <a:ln xmlns:a="http://schemas.openxmlformats.org/drawingml/2006/main" w="19050">
            <a:solidFill>
              <a:srgbClr val="087F8C"/>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FFDC2FCC-C1D1-4899-8EE4-9CCAD783438A}"/>
              </a:ext>
            </a:extLst>
          </p:cNvPr>
          <p:cNvCxnSpPr>
            <a:stCxn xmlns:a="http://schemas.openxmlformats.org/drawingml/2006/main" id="4" idx="3"/>
            <a:endCxn xmlns:a="http://schemas.openxmlformats.org/drawingml/2006/main" id="6" idx="1"/>
          </p:cNvCxnSpPr>
          <p:nvPr/>
        </p:nvCxnSpPr>
        <p:spPr>
          <a:xfrm xmlns:a="http://schemas.openxmlformats.org/drawingml/2006/main">
            <a:off x="2667000" y="2190750"/>
            <a:ext cx="619125" cy="952500"/>
          </a:xfrm>
          <a:prstGeom xmlns:a="http://schemas.openxmlformats.org/drawingml/2006/main" prst="bentConnector3">
            <a:avLst>
              <a:gd name="adj1" fmla="val 50000"/>
            </a:avLst>
          </a:prstGeom>
          <a:ln xmlns:a="http://schemas.openxmlformats.org/drawingml/2006/main" w="19050">
            <a:solidFill>
              <a:srgbClr val="087F8C"/>
            </a:solidFill>
            <a:prstDash val="solid"/>
            <a:tailEnd type="triangle" w="sm" len="sm"/>
          </a:ln>
        </p:spPr>
      </p:cxnSp>
      <p:sp>
        <p:nvSpPr>
          <p:cNvPr id="23" name="">
            <a:extLst xmlns:a="http://schemas.openxmlformats.org/drawingml/2006/main">
              <a:ext uri="{FF2B5EF4-FFF2-40B4-BE49-F238E27FC236}">
                <a16:creationId xmlns:a16="http://schemas.microsoft.com/office/drawing/2014/main" id="{1E6B506C-5A10-427F-A1B5-9BF615364728}"/>
              </a:ext>
            </a:extLst>
          </p:cNvPr>
          <p:cNvSpPr>
            <a:spLocks xmlns:a="http://schemas.openxmlformats.org/drawingml/2006/main" noGrp="1"/>
          </p:cNvSpPr>
          <p:nvPr/>
        </p:nvSpPr>
        <p:spPr>
          <a:xfrm xmlns:a="http://schemas.openxmlformats.org/drawingml/2006/main">
            <a:off x="571500" y="400050"/>
            <a:ext cx="11049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150" b="1">
                <a:solidFill>
                  <a:srgbClr val="10283D"/>
                </a:solidFill>
                <a:latin typeface="DejaVu Sans"/>
                <a:ea typeface="DejaVu Sans"/>
                <a:cs typeface="DejaVu Sans"/>
              </a:defRPr>
            </a:defPPr>
            <a:lvl1pPr>
              <a:defRPr sz="3150" b="1">
                <a:solidFill>
                  <a:srgbClr val="10283D"/>
                </a:solidFill>
                <a:latin typeface="DejaVu Sans"/>
                <a:ea typeface="DejaVu Sans"/>
                <a:cs typeface="DejaVu Sans"/>
              </a:defRPr>
            </a:lvl1pPr>
            <a:lvl2pPr>
              <a:defRPr sz="3150" b="1">
                <a:solidFill>
                  <a:srgbClr val="10283D"/>
                </a:solidFill>
                <a:latin typeface="DejaVu Sans"/>
                <a:ea typeface="DejaVu Sans"/>
                <a:cs typeface="DejaVu Sans"/>
              </a:defRPr>
            </a:lvl2pPr>
            <a:lvl3pPr>
              <a:defRPr sz="3150" b="1">
                <a:solidFill>
                  <a:srgbClr val="10283D"/>
                </a:solidFill>
                <a:latin typeface="DejaVu Sans"/>
                <a:ea typeface="DejaVu Sans"/>
                <a:cs typeface="DejaVu Sans"/>
              </a:defRPr>
            </a:lvl3pPr>
            <a:lvl4pPr>
              <a:defRPr sz="3150" b="1">
                <a:solidFill>
                  <a:srgbClr val="10283D"/>
                </a:solidFill>
                <a:latin typeface="DejaVu Sans"/>
                <a:ea typeface="DejaVu Sans"/>
                <a:cs typeface="DejaVu Sans"/>
              </a:defRPr>
            </a:lvl4pPr>
            <a:lvl5pPr>
              <a:defRPr sz="3150" b="1">
                <a:solidFill>
                  <a:srgbClr val="10283D"/>
                </a:solidFill>
                <a:latin typeface="DejaVu Sans"/>
                <a:ea typeface="DejaVu Sans"/>
                <a:cs typeface="DejaVu Sans"/>
              </a:defRPr>
            </a:lvl5pPr>
            <a:lvl6pPr>
              <a:defRPr sz="3150" b="1">
                <a:solidFill>
                  <a:srgbClr val="10283D"/>
                </a:solidFill>
                <a:latin typeface="DejaVu Sans"/>
                <a:ea typeface="DejaVu Sans"/>
                <a:cs typeface="DejaVu Sans"/>
              </a:defRPr>
            </a:lvl6pPr>
            <a:lvl7pPr>
              <a:defRPr sz="3150" b="1">
                <a:solidFill>
                  <a:srgbClr val="10283D"/>
                </a:solidFill>
                <a:latin typeface="DejaVu Sans"/>
                <a:ea typeface="DejaVu Sans"/>
                <a:cs typeface="DejaVu Sans"/>
              </a:defRPr>
            </a:lvl7pPr>
            <a:lvl8pPr>
              <a:defRPr sz="3150" b="1">
                <a:solidFill>
                  <a:srgbClr val="10283D"/>
                </a:solidFill>
                <a:latin typeface="DejaVu Sans"/>
                <a:ea typeface="DejaVu Sans"/>
                <a:cs typeface="DejaVu Sans"/>
              </a:defRPr>
            </a:lvl8pPr>
            <a:lvl9pPr>
              <a:defRPr sz="3150" b="1">
                <a:solidFill>
                  <a:srgbClr val="10283D"/>
                </a:solidFill>
                <a:latin typeface="DejaVu Sans"/>
                <a:ea typeface="DejaVu Sans"/>
                <a:cs typeface="DejaVu Sans"/>
              </a:defRPr>
            </a:lvl9pPr>
          </a:lstStyle>
          <a:p xmlns:a="http://schemas.openxmlformats.org/drawingml/2006/main">
            <a:pPr>
              <a:defRPr sz="3150" b="1">
                <a:solidFill>
                  <a:srgbClr val="10283D"/>
                </a:solidFill>
                <a:latin typeface="DejaVu Sans"/>
                <a:ea typeface="DejaVu Sans"/>
                <a:cs typeface="DejaVu Sans"/>
              </a:defRPr>
            </a:pPr>
            <a:r>
              <a:rPr sz="3150" b="1">
                <a:solidFill>
                  <a:srgbClr val="10283D"/>
                </a:solidFill>
                <a:latin typeface="DejaVu Sans"/>
                <a:ea typeface="DejaVu Sans"/>
                <a:cs typeface="DejaVu Sans"/>
              </a:rPr>
              <a:t>Architecture and update loop</a:t>
            </a:r>
          </a:p>
        </p:txBody>
      </p:sp>
      <p:sp>
        <p:nvSpPr>
          <p:cNvPr id="2" name="">
            <a:extLst xmlns:a="http://schemas.openxmlformats.org/drawingml/2006/main">
              <a:ext uri="{FF2B5EF4-FFF2-40B4-BE49-F238E27FC236}">
                <a16:creationId xmlns:a16="http://schemas.microsoft.com/office/drawing/2014/main" id="{6619A110-26E0-478E-BF27-6280B4A6AD82}"/>
              </a:ext>
            </a:extLst>
          </p:cNvPr>
          <p:cNvSpPr>
            <a:spLocks xmlns:a="http://schemas.openxmlformats.org/drawingml/2006/main" noGrp="1"/>
          </p:cNvSpPr>
          <p:nvPr/>
        </p:nvSpPr>
        <p:spPr>
          <a:xfrm xmlns:a="http://schemas.openxmlformats.org/drawingml/2006/main">
            <a:off x="571500" y="6448425"/>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9717F"/>
                </a:solidFill>
                <a:latin typeface="DejaVu Sans"/>
                <a:ea typeface="DejaVu Sans"/>
                <a:cs typeface="DejaVu Sans"/>
              </a:defRPr>
            </a:defPPr>
            <a:lvl1pPr>
              <a:defRPr sz="1050" b="0">
                <a:solidFill>
                  <a:srgbClr val="59717F"/>
                </a:solidFill>
                <a:latin typeface="DejaVu Sans"/>
                <a:ea typeface="DejaVu Sans"/>
                <a:cs typeface="DejaVu Sans"/>
              </a:defRPr>
            </a:lvl1pPr>
            <a:lvl2pPr>
              <a:defRPr sz="1050" b="0">
                <a:solidFill>
                  <a:srgbClr val="59717F"/>
                </a:solidFill>
                <a:latin typeface="DejaVu Sans"/>
                <a:ea typeface="DejaVu Sans"/>
                <a:cs typeface="DejaVu Sans"/>
              </a:defRPr>
            </a:lvl2pPr>
            <a:lvl3pPr>
              <a:defRPr sz="1050" b="0">
                <a:solidFill>
                  <a:srgbClr val="59717F"/>
                </a:solidFill>
                <a:latin typeface="DejaVu Sans"/>
                <a:ea typeface="DejaVu Sans"/>
                <a:cs typeface="DejaVu Sans"/>
              </a:defRPr>
            </a:lvl3pPr>
            <a:lvl4pPr>
              <a:defRPr sz="1050" b="0">
                <a:solidFill>
                  <a:srgbClr val="59717F"/>
                </a:solidFill>
                <a:latin typeface="DejaVu Sans"/>
                <a:ea typeface="DejaVu Sans"/>
                <a:cs typeface="DejaVu Sans"/>
              </a:defRPr>
            </a:lvl4pPr>
            <a:lvl5pPr>
              <a:defRPr sz="1050" b="0">
                <a:solidFill>
                  <a:srgbClr val="59717F"/>
                </a:solidFill>
                <a:latin typeface="DejaVu Sans"/>
                <a:ea typeface="DejaVu Sans"/>
                <a:cs typeface="DejaVu Sans"/>
              </a:defRPr>
            </a:lvl5pPr>
            <a:lvl6pPr>
              <a:defRPr sz="1050" b="0">
                <a:solidFill>
                  <a:srgbClr val="59717F"/>
                </a:solidFill>
                <a:latin typeface="DejaVu Sans"/>
                <a:ea typeface="DejaVu Sans"/>
                <a:cs typeface="DejaVu Sans"/>
              </a:defRPr>
            </a:lvl6pPr>
            <a:lvl7pPr>
              <a:defRPr sz="1050" b="0">
                <a:solidFill>
                  <a:srgbClr val="59717F"/>
                </a:solidFill>
                <a:latin typeface="DejaVu Sans"/>
                <a:ea typeface="DejaVu Sans"/>
                <a:cs typeface="DejaVu Sans"/>
              </a:defRPr>
            </a:lvl7pPr>
            <a:lvl8pPr>
              <a:defRPr sz="1050" b="0">
                <a:solidFill>
                  <a:srgbClr val="59717F"/>
                </a:solidFill>
                <a:latin typeface="DejaVu Sans"/>
                <a:ea typeface="DejaVu Sans"/>
                <a:cs typeface="DejaVu Sans"/>
              </a:defRPr>
            </a:lvl8pPr>
            <a:lvl9pPr>
              <a:defRPr sz="1050" b="0">
                <a:solidFill>
                  <a:srgbClr val="59717F"/>
                </a:solidFill>
                <a:latin typeface="DejaVu Sans"/>
                <a:ea typeface="DejaVu Sans"/>
                <a:cs typeface="DejaVu Sans"/>
              </a:defRPr>
            </a:lvl9pPr>
          </a:lstStyle>
          <a:p xmlns:a="http://schemas.openxmlformats.org/drawingml/2006/main">
            <a:pPr>
              <a:defRPr sz="1050" b="0">
                <a:solidFill>
                  <a:srgbClr val="59717F"/>
                </a:solidFill>
                <a:latin typeface="DejaVu Sans"/>
                <a:ea typeface="DejaVu Sans"/>
                <a:cs typeface="DejaVu Sans"/>
              </a:defRPr>
            </a:pPr>
            <a:r>
              <a:rPr sz="1050" b="0">
                <a:solidFill>
                  <a:srgbClr val="59717F"/>
                </a:solidFill>
                <a:latin typeface="DejaVu Sans"/>
                <a:ea typeface="DejaVu Sans"/>
                <a:cs typeface="DejaVu Sans"/>
              </a:rPr>
              <a:t>TEAM PRODUCT  /  IIT KANPUR</a:t>
            </a:r>
          </a:p>
        </p:txBody>
      </p:sp>
      <p:sp>
        <p:nvSpPr>
          <p:cNvPr id="3" name="">
            <a:extLst xmlns:a="http://schemas.openxmlformats.org/drawingml/2006/main">
              <a:ext uri="{FF2B5EF4-FFF2-40B4-BE49-F238E27FC236}">
                <a16:creationId xmlns:a16="http://schemas.microsoft.com/office/drawing/2014/main" id="{816B1218-41FA-422F-8532-74FFCCCF94DC}"/>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9717F"/>
                </a:solidFill>
                <a:latin typeface="DejaVu Sans"/>
                <a:ea typeface="DejaVu Sans"/>
                <a:cs typeface="DejaVu Sans"/>
              </a:defRPr>
            </a:defPPr>
            <a:lvl1pPr>
              <a:defRPr sz="1050" b="0">
                <a:solidFill>
                  <a:srgbClr val="59717F"/>
                </a:solidFill>
                <a:latin typeface="DejaVu Sans"/>
                <a:ea typeface="DejaVu Sans"/>
                <a:cs typeface="DejaVu Sans"/>
              </a:defRPr>
            </a:lvl1pPr>
            <a:lvl2pPr>
              <a:defRPr sz="1050" b="0">
                <a:solidFill>
                  <a:srgbClr val="59717F"/>
                </a:solidFill>
                <a:latin typeface="DejaVu Sans"/>
                <a:ea typeface="DejaVu Sans"/>
                <a:cs typeface="DejaVu Sans"/>
              </a:defRPr>
            </a:lvl2pPr>
            <a:lvl3pPr>
              <a:defRPr sz="1050" b="0">
                <a:solidFill>
                  <a:srgbClr val="59717F"/>
                </a:solidFill>
                <a:latin typeface="DejaVu Sans"/>
                <a:ea typeface="DejaVu Sans"/>
                <a:cs typeface="DejaVu Sans"/>
              </a:defRPr>
            </a:lvl3pPr>
            <a:lvl4pPr>
              <a:defRPr sz="1050" b="0">
                <a:solidFill>
                  <a:srgbClr val="59717F"/>
                </a:solidFill>
                <a:latin typeface="DejaVu Sans"/>
                <a:ea typeface="DejaVu Sans"/>
                <a:cs typeface="DejaVu Sans"/>
              </a:defRPr>
            </a:lvl4pPr>
            <a:lvl5pPr>
              <a:defRPr sz="1050" b="0">
                <a:solidFill>
                  <a:srgbClr val="59717F"/>
                </a:solidFill>
                <a:latin typeface="DejaVu Sans"/>
                <a:ea typeface="DejaVu Sans"/>
                <a:cs typeface="DejaVu Sans"/>
              </a:defRPr>
            </a:lvl5pPr>
            <a:lvl6pPr>
              <a:defRPr sz="1050" b="0">
                <a:solidFill>
                  <a:srgbClr val="59717F"/>
                </a:solidFill>
                <a:latin typeface="DejaVu Sans"/>
                <a:ea typeface="DejaVu Sans"/>
                <a:cs typeface="DejaVu Sans"/>
              </a:defRPr>
            </a:lvl6pPr>
            <a:lvl7pPr>
              <a:defRPr sz="1050" b="0">
                <a:solidFill>
                  <a:srgbClr val="59717F"/>
                </a:solidFill>
                <a:latin typeface="DejaVu Sans"/>
                <a:ea typeface="DejaVu Sans"/>
                <a:cs typeface="DejaVu Sans"/>
              </a:defRPr>
            </a:lvl7pPr>
            <a:lvl8pPr>
              <a:defRPr sz="1050" b="0">
                <a:solidFill>
                  <a:srgbClr val="59717F"/>
                </a:solidFill>
                <a:latin typeface="DejaVu Sans"/>
                <a:ea typeface="DejaVu Sans"/>
                <a:cs typeface="DejaVu Sans"/>
              </a:defRPr>
            </a:lvl8pPr>
            <a:lvl9pPr>
              <a:defRPr sz="1050" b="0">
                <a:solidFill>
                  <a:srgbClr val="59717F"/>
                </a:solidFill>
                <a:latin typeface="DejaVu Sans"/>
                <a:ea typeface="DejaVu Sans"/>
                <a:cs typeface="DejaVu Sans"/>
              </a:defRPr>
            </a:lvl9pPr>
          </a:lstStyle>
          <a:p xmlns:a="http://schemas.openxmlformats.org/drawingml/2006/main">
            <a:pPr>
              <a:defRPr sz="1050" b="0">
                <a:solidFill>
                  <a:srgbClr val="59717F"/>
                </a:solidFill>
                <a:latin typeface="DejaVu Sans"/>
                <a:ea typeface="DejaVu Sans"/>
                <a:cs typeface="DejaVu Sans"/>
              </a:defRPr>
            </a:pPr>
            <a:r>
              <a:rPr sz="1050" b="0">
                <a:solidFill>
                  <a:srgbClr val="59717F"/>
                </a:solidFill>
                <a:latin typeface="DejaVu Sans"/>
                <a:ea typeface="DejaVu Sans"/>
                <a:cs typeface="DejaVu Sans"/>
              </a:rPr>
              <a:t>04</a:t>
            </a:r>
          </a:p>
        </p:txBody>
      </p:sp>
      <p:sp>
        <p:nvSpPr>
          <p:cNvPr id="4" name="">
            <a:extLst xmlns:a="http://schemas.openxmlformats.org/drawingml/2006/main">
              <a:ext uri="{FF2B5EF4-FFF2-40B4-BE49-F238E27FC236}">
                <a16:creationId xmlns:a16="http://schemas.microsoft.com/office/drawing/2014/main" id="{E59FBB64-538A-4A42-9EC9-C1D33B4AC871}"/>
              </a:ext>
            </a:extLst>
          </p:cNvPr>
          <p:cNvSpPr>
            <a:spLocks xmlns:a="http://schemas.openxmlformats.org/drawingml/2006/main" noGrp="1"/>
          </p:cNvSpPr>
          <p:nvPr/>
        </p:nvSpPr>
        <p:spPr>
          <a:xfrm xmlns:a="http://schemas.openxmlformats.org/drawingml/2006/main">
            <a:off x="571500" y="1714500"/>
            <a:ext cx="20955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CE5E8"/>
            </a:solidFill>
            <a:prstDash val="solid"/>
          </a:ln>
        </p:spPr>
        <p:txBody>
          <a:bodyPr xmlns:a="http://schemas.openxmlformats.org/drawingml/2006/main" lIns="114300" tIns="114300" rIns="114300" bIns="114300" anchor="ctr"/>
          <a:lstStyle xmlns:a="http://schemas.openxmlformats.org/drawingml/2006/main">
            <a:defPPr algn="ctr">
              <a:defRPr sz="1725" b="0">
                <a:solidFill>
                  <a:srgbClr val="10283D"/>
                </a:solidFill>
                <a:latin typeface="DejaVu Sans"/>
                <a:ea typeface="DejaVu Sans"/>
                <a:cs typeface="DejaVu Sans"/>
              </a:defRPr>
            </a:defPPr>
            <a:lvl1pPr algn="ctr">
              <a:defRPr sz="1725" b="0">
                <a:solidFill>
                  <a:srgbClr val="10283D"/>
                </a:solidFill>
                <a:latin typeface="DejaVu Sans"/>
                <a:ea typeface="DejaVu Sans"/>
                <a:cs typeface="DejaVu Sans"/>
              </a:defRPr>
            </a:lvl1pPr>
            <a:lvl2pPr algn="ctr">
              <a:defRPr sz="1725" b="0">
                <a:solidFill>
                  <a:srgbClr val="10283D"/>
                </a:solidFill>
                <a:latin typeface="DejaVu Sans"/>
                <a:ea typeface="DejaVu Sans"/>
                <a:cs typeface="DejaVu Sans"/>
              </a:defRPr>
            </a:lvl2pPr>
            <a:lvl3pPr algn="ctr">
              <a:defRPr sz="1725" b="0">
                <a:solidFill>
                  <a:srgbClr val="10283D"/>
                </a:solidFill>
                <a:latin typeface="DejaVu Sans"/>
                <a:ea typeface="DejaVu Sans"/>
                <a:cs typeface="DejaVu Sans"/>
              </a:defRPr>
            </a:lvl3pPr>
            <a:lvl4pPr algn="ctr">
              <a:defRPr sz="1725" b="0">
                <a:solidFill>
                  <a:srgbClr val="10283D"/>
                </a:solidFill>
                <a:latin typeface="DejaVu Sans"/>
                <a:ea typeface="DejaVu Sans"/>
                <a:cs typeface="DejaVu Sans"/>
              </a:defRPr>
            </a:lvl4pPr>
            <a:lvl5pPr algn="ctr">
              <a:defRPr sz="1725" b="0">
                <a:solidFill>
                  <a:srgbClr val="10283D"/>
                </a:solidFill>
                <a:latin typeface="DejaVu Sans"/>
                <a:ea typeface="DejaVu Sans"/>
                <a:cs typeface="DejaVu Sans"/>
              </a:defRPr>
            </a:lvl5pPr>
            <a:lvl6pPr algn="ctr">
              <a:defRPr sz="1725" b="0">
                <a:solidFill>
                  <a:srgbClr val="10283D"/>
                </a:solidFill>
                <a:latin typeface="DejaVu Sans"/>
                <a:ea typeface="DejaVu Sans"/>
                <a:cs typeface="DejaVu Sans"/>
              </a:defRPr>
            </a:lvl6pPr>
            <a:lvl7pPr algn="ctr">
              <a:defRPr sz="1725" b="0">
                <a:solidFill>
                  <a:srgbClr val="10283D"/>
                </a:solidFill>
                <a:latin typeface="DejaVu Sans"/>
                <a:ea typeface="DejaVu Sans"/>
                <a:cs typeface="DejaVu Sans"/>
              </a:defRPr>
            </a:lvl7pPr>
            <a:lvl8pPr algn="ctr">
              <a:defRPr sz="1725" b="0">
                <a:solidFill>
                  <a:srgbClr val="10283D"/>
                </a:solidFill>
                <a:latin typeface="DejaVu Sans"/>
                <a:ea typeface="DejaVu Sans"/>
                <a:cs typeface="DejaVu Sans"/>
              </a:defRPr>
            </a:lvl8pPr>
            <a:lvl9pPr algn="ctr">
              <a:defRPr sz="1725" b="0">
                <a:solidFill>
                  <a:srgbClr val="10283D"/>
                </a:solidFill>
                <a:latin typeface="DejaVu Sans"/>
                <a:ea typeface="DejaVu Sans"/>
                <a:cs typeface="DejaVu Sans"/>
              </a:defRPr>
            </a:lvl9pPr>
          </a:lstStyle>
          <a:p xmlns:a="http://schemas.openxmlformats.org/drawingml/2006/main">
            <a:pPr algn="ctr">
              <a:defRPr sz="1725" b="0">
                <a:solidFill>
                  <a:srgbClr val="10283D"/>
                </a:solidFill>
                <a:latin typeface="DejaVu Sans"/>
                <a:ea typeface="DejaVu Sans"/>
                <a:cs typeface="DejaVu Sans"/>
              </a:defRPr>
            </a:pPr>
            <a:r>
              <a:rPr sz="1725" b="0">
                <a:solidFill>
                  <a:srgbClr val="10283D"/>
                </a:solidFill>
                <a:latin typeface="DejaVu Sans"/>
                <a:ea typeface="DejaVu Sans"/>
                <a:cs typeface="DejaVu Sans"/>
              </a:rPr>
              <a:t>Baseline clinical</a:t>
            </a:r>
          </a:p>
          <a:p xmlns:a="http://schemas.openxmlformats.org/drawingml/2006/main">
            <a:pPr algn="ctr">
              <a:defRPr sz="1725" b="0">
                <a:solidFill>
                  <a:srgbClr val="10283D"/>
                </a:solidFill>
                <a:latin typeface="DejaVu Sans"/>
                <a:ea typeface="DejaVu Sans"/>
                <a:cs typeface="DejaVu Sans"/>
              </a:defRPr>
            </a:pPr>
            <a:r>
              <a:rPr sz="1725" b="0">
                <a:solidFill>
                  <a:srgbClr val="10283D"/>
                </a:solidFill>
                <a:latin typeface="DejaVu Sans"/>
                <a:ea typeface="DejaVu Sans"/>
                <a:cs typeface="DejaVu Sans"/>
              </a:rPr>
              <a:t>profile</a:t>
            </a:r>
          </a:p>
        </p:txBody>
      </p:sp>
      <p:sp>
        <p:nvSpPr>
          <p:cNvPr id="5" name="">
            <a:extLst xmlns:a="http://schemas.openxmlformats.org/drawingml/2006/main">
              <a:ext uri="{FF2B5EF4-FFF2-40B4-BE49-F238E27FC236}">
                <a16:creationId xmlns:a16="http://schemas.microsoft.com/office/drawing/2014/main" id="{D8C12649-7A06-4705-9308-F58896AC777F}"/>
              </a:ext>
            </a:extLst>
          </p:cNvPr>
          <p:cNvSpPr>
            <a:spLocks xmlns:a="http://schemas.openxmlformats.org/drawingml/2006/main" noGrp="1"/>
          </p:cNvSpPr>
          <p:nvPr/>
        </p:nvSpPr>
        <p:spPr>
          <a:xfrm xmlns:a="http://schemas.openxmlformats.org/drawingml/2006/main">
            <a:off x="571500" y="3286125"/>
            <a:ext cx="20955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CE5E8"/>
            </a:solidFill>
            <a:prstDash val="solid"/>
          </a:ln>
        </p:spPr>
        <p:txBody>
          <a:bodyPr xmlns:a="http://schemas.openxmlformats.org/drawingml/2006/main" lIns="114300" tIns="114300" rIns="114300" bIns="114300" anchor="ctr"/>
          <a:lstStyle xmlns:a="http://schemas.openxmlformats.org/drawingml/2006/main">
            <a:defPPr algn="ctr">
              <a:defRPr sz="1725" b="0">
                <a:solidFill>
                  <a:srgbClr val="10283D"/>
                </a:solidFill>
                <a:latin typeface="DejaVu Sans"/>
                <a:ea typeface="DejaVu Sans"/>
                <a:cs typeface="DejaVu Sans"/>
              </a:defRPr>
            </a:defPPr>
            <a:lvl1pPr algn="ctr">
              <a:defRPr sz="1725" b="0">
                <a:solidFill>
                  <a:srgbClr val="10283D"/>
                </a:solidFill>
                <a:latin typeface="DejaVu Sans"/>
                <a:ea typeface="DejaVu Sans"/>
                <a:cs typeface="DejaVu Sans"/>
              </a:defRPr>
            </a:lvl1pPr>
            <a:lvl2pPr algn="ctr">
              <a:defRPr sz="1725" b="0">
                <a:solidFill>
                  <a:srgbClr val="10283D"/>
                </a:solidFill>
                <a:latin typeface="DejaVu Sans"/>
                <a:ea typeface="DejaVu Sans"/>
                <a:cs typeface="DejaVu Sans"/>
              </a:defRPr>
            </a:lvl2pPr>
            <a:lvl3pPr algn="ctr">
              <a:defRPr sz="1725" b="0">
                <a:solidFill>
                  <a:srgbClr val="10283D"/>
                </a:solidFill>
                <a:latin typeface="DejaVu Sans"/>
                <a:ea typeface="DejaVu Sans"/>
                <a:cs typeface="DejaVu Sans"/>
              </a:defRPr>
            </a:lvl3pPr>
            <a:lvl4pPr algn="ctr">
              <a:defRPr sz="1725" b="0">
                <a:solidFill>
                  <a:srgbClr val="10283D"/>
                </a:solidFill>
                <a:latin typeface="DejaVu Sans"/>
                <a:ea typeface="DejaVu Sans"/>
                <a:cs typeface="DejaVu Sans"/>
              </a:defRPr>
            </a:lvl4pPr>
            <a:lvl5pPr algn="ctr">
              <a:defRPr sz="1725" b="0">
                <a:solidFill>
                  <a:srgbClr val="10283D"/>
                </a:solidFill>
                <a:latin typeface="DejaVu Sans"/>
                <a:ea typeface="DejaVu Sans"/>
                <a:cs typeface="DejaVu Sans"/>
              </a:defRPr>
            </a:lvl5pPr>
            <a:lvl6pPr algn="ctr">
              <a:defRPr sz="1725" b="0">
                <a:solidFill>
                  <a:srgbClr val="10283D"/>
                </a:solidFill>
                <a:latin typeface="DejaVu Sans"/>
                <a:ea typeface="DejaVu Sans"/>
                <a:cs typeface="DejaVu Sans"/>
              </a:defRPr>
            </a:lvl6pPr>
            <a:lvl7pPr algn="ctr">
              <a:defRPr sz="1725" b="0">
                <a:solidFill>
                  <a:srgbClr val="10283D"/>
                </a:solidFill>
                <a:latin typeface="DejaVu Sans"/>
                <a:ea typeface="DejaVu Sans"/>
                <a:cs typeface="DejaVu Sans"/>
              </a:defRPr>
            </a:lvl7pPr>
            <a:lvl8pPr algn="ctr">
              <a:defRPr sz="1725" b="0">
                <a:solidFill>
                  <a:srgbClr val="10283D"/>
                </a:solidFill>
                <a:latin typeface="DejaVu Sans"/>
                <a:ea typeface="DejaVu Sans"/>
                <a:cs typeface="DejaVu Sans"/>
              </a:defRPr>
            </a:lvl8pPr>
            <a:lvl9pPr algn="ctr">
              <a:defRPr sz="1725" b="0">
                <a:solidFill>
                  <a:srgbClr val="10283D"/>
                </a:solidFill>
                <a:latin typeface="DejaVu Sans"/>
                <a:ea typeface="DejaVu Sans"/>
                <a:cs typeface="DejaVu Sans"/>
              </a:defRPr>
            </a:lvl9pPr>
          </a:lstStyle>
          <a:p xmlns:a="http://schemas.openxmlformats.org/drawingml/2006/main">
            <a:pPr algn="ctr">
              <a:defRPr sz="1725" b="0">
                <a:solidFill>
                  <a:srgbClr val="10283D"/>
                </a:solidFill>
                <a:latin typeface="DejaVu Sans"/>
                <a:ea typeface="DejaVu Sans"/>
                <a:cs typeface="DejaVu Sans"/>
              </a:defRPr>
            </a:pPr>
            <a:r>
              <a:rPr sz="1725" b="0">
                <a:solidFill>
                  <a:srgbClr val="10283D"/>
                </a:solidFill>
                <a:latin typeface="DejaVu Sans"/>
                <a:ea typeface="DejaVu Sans"/>
                <a:cs typeface="DejaVu Sans"/>
              </a:rPr>
              <a:t>Sensor + meal</a:t>
            </a:r>
          </a:p>
          <a:p xmlns:a="http://schemas.openxmlformats.org/drawingml/2006/main">
            <a:pPr algn="ctr">
              <a:defRPr sz="1725" b="0">
                <a:solidFill>
                  <a:srgbClr val="10283D"/>
                </a:solidFill>
                <a:latin typeface="DejaVu Sans"/>
                <a:ea typeface="DejaVu Sans"/>
                <a:cs typeface="DejaVu Sans"/>
              </a:defRPr>
            </a:pPr>
            <a:r>
              <a:rPr sz="1725" b="0">
                <a:solidFill>
                  <a:srgbClr val="10283D"/>
                </a:solidFill>
                <a:latin typeface="DejaVu Sans"/>
                <a:ea typeface="DejaVu Sans"/>
                <a:cs typeface="DejaVu Sans"/>
              </a:rPr>
              <a:t>replay</a:t>
            </a:r>
          </a:p>
        </p:txBody>
      </p:sp>
      <p:sp>
        <p:nvSpPr>
          <p:cNvPr id="6" name="">
            <a:extLst xmlns:a="http://schemas.openxmlformats.org/drawingml/2006/main">
              <a:ext uri="{FF2B5EF4-FFF2-40B4-BE49-F238E27FC236}">
                <a16:creationId xmlns:a16="http://schemas.microsoft.com/office/drawing/2014/main" id="{2AADCC99-0C95-4F54-9E56-BF756FA53DCC}"/>
              </a:ext>
            </a:extLst>
          </p:cNvPr>
          <p:cNvSpPr>
            <a:spLocks xmlns:a="http://schemas.openxmlformats.org/drawingml/2006/main" noGrp="1"/>
          </p:cNvSpPr>
          <p:nvPr/>
        </p:nvSpPr>
        <p:spPr>
          <a:xfrm xmlns:a="http://schemas.openxmlformats.org/drawingml/2006/main">
            <a:off x="3286125" y="2381250"/>
            <a:ext cx="2095500" cy="1524000"/>
          </a:xfrm>
          <a:prstGeom xmlns:a="http://schemas.openxmlformats.org/drawingml/2006/main" prst="rect">
            <a:avLst/>
          </a:prstGeom>
          <a:solidFill xmlns:a="http://schemas.openxmlformats.org/drawingml/2006/main">
            <a:srgbClr val="FFFFFF"/>
          </a:solidFill>
          <a:ln xmlns:a="http://schemas.openxmlformats.org/drawingml/2006/main" w="9525">
            <a:solidFill>
              <a:srgbClr val="DCE5E8"/>
            </a:solidFill>
            <a:prstDash val="solid"/>
          </a:ln>
        </p:spPr>
        <p:txBody>
          <a:bodyPr xmlns:a="http://schemas.openxmlformats.org/drawingml/2006/main" lIns="114300" tIns="114300" rIns="114300" bIns="114300" anchor="ctr"/>
          <a:lstStyle xmlns:a="http://schemas.openxmlformats.org/drawingml/2006/main">
            <a:defPPr algn="ctr">
              <a:defRPr sz="1725" b="0">
                <a:solidFill>
                  <a:srgbClr val="10283D"/>
                </a:solidFill>
                <a:latin typeface="DejaVu Sans"/>
                <a:ea typeface="DejaVu Sans"/>
                <a:cs typeface="DejaVu Sans"/>
              </a:defRPr>
            </a:defPPr>
            <a:lvl1pPr algn="ctr">
              <a:defRPr sz="1725" b="0">
                <a:solidFill>
                  <a:srgbClr val="10283D"/>
                </a:solidFill>
                <a:latin typeface="DejaVu Sans"/>
                <a:ea typeface="DejaVu Sans"/>
                <a:cs typeface="DejaVu Sans"/>
              </a:defRPr>
            </a:lvl1pPr>
            <a:lvl2pPr algn="ctr">
              <a:defRPr sz="1725" b="0">
                <a:solidFill>
                  <a:srgbClr val="10283D"/>
                </a:solidFill>
                <a:latin typeface="DejaVu Sans"/>
                <a:ea typeface="DejaVu Sans"/>
                <a:cs typeface="DejaVu Sans"/>
              </a:defRPr>
            </a:lvl2pPr>
            <a:lvl3pPr algn="ctr">
              <a:defRPr sz="1725" b="0">
                <a:solidFill>
                  <a:srgbClr val="10283D"/>
                </a:solidFill>
                <a:latin typeface="DejaVu Sans"/>
                <a:ea typeface="DejaVu Sans"/>
                <a:cs typeface="DejaVu Sans"/>
              </a:defRPr>
            </a:lvl3pPr>
            <a:lvl4pPr algn="ctr">
              <a:defRPr sz="1725" b="0">
                <a:solidFill>
                  <a:srgbClr val="10283D"/>
                </a:solidFill>
                <a:latin typeface="DejaVu Sans"/>
                <a:ea typeface="DejaVu Sans"/>
                <a:cs typeface="DejaVu Sans"/>
              </a:defRPr>
            </a:lvl4pPr>
            <a:lvl5pPr algn="ctr">
              <a:defRPr sz="1725" b="0">
                <a:solidFill>
                  <a:srgbClr val="10283D"/>
                </a:solidFill>
                <a:latin typeface="DejaVu Sans"/>
                <a:ea typeface="DejaVu Sans"/>
                <a:cs typeface="DejaVu Sans"/>
              </a:defRPr>
            </a:lvl5pPr>
            <a:lvl6pPr algn="ctr">
              <a:defRPr sz="1725" b="0">
                <a:solidFill>
                  <a:srgbClr val="10283D"/>
                </a:solidFill>
                <a:latin typeface="DejaVu Sans"/>
                <a:ea typeface="DejaVu Sans"/>
                <a:cs typeface="DejaVu Sans"/>
              </a:defRPr>
            </a:lvl6pPr>
            <a:lvl7pPr algn="ctr">
              <a:defRPr sz="1725" b="0">
                <a:solidFill>
                  <a:srgbClr val="10283D"/>
                </a:solidFill>
                <a:latin typeface="DejaVu Sans"/>
                <a:ea typeface="DejaVu Sans"/>
                <a:cs typeface="DejaVu Sans"/>
              </a:defRPr>
            </a:lvl7pPr>
            <a:lvl8pPr algn="ctr">
              <a:defRPr sz="1725" b="0">
                <a:solidFill>
                  <a:srgbClr val="10283D"/>
                </a:solidFill>
                <a:latin typeface="DejaVu Sans"/>
                <a:ea typeface="DejaVu Sans"/>
                <a:cs typeface="DejaVu Sans"/>
              </a:defRPr>
            </a:lvl8pPr>
            <a:lvl9pPr algn="ctr">
              <a:defRPr sz="1725" b="0">
                <a:solidFill>
                  <a:srgbClr val="10283D"/>
                </a:solidFill>
                <a:latin typeface="DejaVu Sans"/>
                <a:ea typeface="DejaVu Sans"/>
                <a:cs typeface="DejaVu Sans"/>
              </a:defRPr>
            </a:lvl9pPr>
          </a:lstStyle>
          <a:p xmlns:a="http://schemas.openxmlformats.org/drawingml/2006/main">
            <a:pPr algn="ctr">
              <a:defRPr sz="1725" b="0">
                <a:solidFill>
                  <a:srgbClr val="10283D"/>
                </a:solidFill>
                <a:latin typeface="DejaVu Sans"/>
                <a:ea typeface="DejaVu Sans"/>
                <a:cs typeface="DejaVu Sans"/>
              </a:defRPr>
            </a:pPr>
            <a:r>
              <a:rPr sz="1725" b="0">
                <a:solidFill>
                  <a:srgbClr val="10283D"/>
                </a:solidFill>
                <a:latin typeface="DejaVu Sans"/>
                <a:ea typeface="DejaVu Sans"/>
                <a:cs typeface="DejaVu Sans"/>
              </a:rPr>
              <a:t>Causal features</a:t>
            </a:r>
          </a:p>
          <a:p xmlns:a="http://schemas.openxmlformats.org/drawingml/2006/main">
            <a:pPr algn="ctr">
              <a:defRPr sz="1725" b="0">
                <a:solidFill>
                  <a:srgbClr val="10283D"/>
                </a:solidFill>
                <a:latin typeface="DejaVu Sans"/>
                <a:ea typeface="DejaVu Sans"/>
                <a:cs typeface="DejaVu Sans"/>
              </a:defRPr>
            </a:pPr>
            <a:r>
              <a:rPr sz="1725" b="0">
                <a:solidFill>
                  <a:srgbClr val="10283D"/>
                </a:solidFill>
                <a:latin typeface="DejaVu Sans"/>
                <a:ea typeface="DejaVu Sans"/>
                <a:cs typeface="DejaVu Sans"/>
              </a:rPr>
              <a:t>+ patient state</a:t>
            </a:r>
          </a:p>
          <a:p xmlns:a="http://schemas.openxmlformats.org/drawingml/2006/main">
            <a:pPr algn="ctr">
              <a:defRPr sz="1725" b="0">
                <a:solidFill>
                  <a:srgbClr val="10283D"/>
                </a:solidFill>
                <a:latin typeface="DejaVu Sans"/>
                <a:ea typeface="DejaVu Sans"/>
                <a:cs typeface="DejaVu Sans"/>
              </a:defRPr>
            </a:pPr>
            <a:r>
              <a:rPr sz="1725" b="0">
                <a:solidFill>
                  <a:srgbClr val="10283D"/>
                </a:solidFill>
                <a:latin typeface="DejaVu Sans"/>
                <a:ea typeface="DejaVu Sans"/>
                <a:cs typeface="DejaVu Sans"/>
              </a:rPr>
              <a:t>15-min input delay</a:t>
            </a:r>
          </a:p>
        </p:txBody>
      </p:sp>
      <p:sp>
        <p:nvSpPr>
          <p:cNvPr id="7" name="">
            <a:extLst xmlns:a="http://schemas.openxmlformats.org/drawingml/2006/main">
              <a:ext uri="{FF2B5EF4-FFF2-40B4-BE49-F238E27FC236}">
                <a16:creationId xmlns:a16="http://schemas.microsoft.com/office/drawing/2014/main" id="{66BF0AB7-3917-4CDE-B349-D3B68DC83F75}"/>
              </a:ext>
            </a:extLst>
          </p:cNvPr>
          <p:cNvSpPr>
            <a:spLocks xmlns:a="http://schemas.openxmlformats.org/drawingml/2006/main" noGrp="1"/>
          </p:cNvSpPr>
          <p:nvPr/>
        </p:nvSpPr>
        <p:spPr>
          <a:xfrm xmlns:a="http://schemas.openxmlformats.org/drawingml/2006/main">
            <a:off x="6096000" y="1571625"/>
            <a:ext cx="2333625"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CE5E8"/>
            </a:solidFill>
            <a:prstDash val="solid"/>
          </a:ln>
        </p:spPr>
        <p:txBody>
          <a:bodyPr xmlns:a="http://schemas.openxmlformats.org/drawingml/2006/main" lIns="114300" tIns="114300" rIns="114300" bIns="114300" anchor="ctr"/>
          <a:lstStyle xmlns:a="http://schemas.openxmlformats.org/drawingml/2006/main">
            <a:defPPr algn="ctr">
              <a:defRPr sz="1725" b="0">
                <a:solidFill>
                  <a:srgbClr val="10283D"/>
                </a:solidFill>
                <a:latin typeface="DejaVu Sans"/>
                <a:ea typeface="DejaVu Sans"/>
                <a:cs typeface="DejaVu Sans"/>
              </a:defRPr>
            </a:defPPr>
            <a:lvl1pPr algn="ctr">
              <a:defRPr sz="1725" b="0">
                <a:solidFill>
                  <a:srgbClr val="10283D"/>
                </a:solidFill>
                <a:latin typeface="DejaVu Sans"/>
                <a:ea typeface="DejaVu Sans"/>
                <a:cs typeface="DejaVu Sans"/>
              </a:defRPr>
            </a:lvl1pPr>
            <a:lvl2pPr algn="ctr">
              <a:defRPr sz="1725" b="0">
                <a:solidFill>
                  <a:srgbClr val="10283D"/>
                </a:solidFill>
                <a:latin typeface="DejaVu Sans"/>
                <a:ea typeface="DejaVu Sans"/>
                <a:cs typeface="DejaVu Sans"/>
              </a:defRPr>
            </a:lvl2pPr>
            <a:lvl3pPr algn="ctr">
              <a:defRPr sz="1725" b="0">
                <a:solidFill>
                  <a:srgbClr val="10283D"/>
                </a:solidFill>
                <a:latin typeface="DejaVu Sans"/>
                <a:ea typeface="DejaVu Sans"/>
                <a:cs typeface="DejaVu Sans"/>
              </a:defRPr>
            </a:lvl3pPr>
            <a:lvl4pPr algn="ctr">
              <a:defRPr sz="1725" b="0">
                <a:solidFill>
                  <a:srgbClr val="10283D"/>
                </a:solidFill>
                <a:latin typeface="DejaVu Sans"/>
                <a:ea typeface="DejaVu Sans"/>
                <a:cs typeface="DejaVu Sans"/>
              </a:defRPr>
            </a:lvl4pPr>
            <a:lvl5pPr algn="ctr">
              <a:defRPr sz="1725" b="0">
                <a:solidFill>
                  <a:srgbClr val="10283D"/>
                </a:solidFill>
                <a:latin typeface="DejaVu Sans"/>
                <a:ea typeface="DejaVu Sans"/>
                <a:cs typeface="DejaVu Sans"/>
              </a:defRPr>
            </a:lvl5pPr>
            <a:lvl6pPr algn="ctr">
              <a:defRPr sz="1725" b="0">
                <a:solidFill>
                  <a:srgbClr val="10283D"/>
                </a:solidFill>
                <a:latin typeface="DejaVu Sans"/>
                <a:ea typeface="DejaVu Sans"/>
                <a:cs typeface="DejaVu Sans"/>
              </a:defRPr>
            </a:lvl6pPr>
            <a:lvl7pPr algn="ctr">
              <a:defRPr sz="1725" b="0">
                <a:solidFill>
                  <a:srgbClr val="10283D"/>
                </a:solidFill>
                <a:latin typeface="DejaVu Sans"/>
                <a:ea typeface="DejaVu Sans"/>
                <a:cs typeface="DejaVu Sans"/>
              </a:defRPr>
            </a:lvl7pPr>
            <a:lvl8pPr algn="ctr">
              <a:defRPr sz="1725" b="0">
                <a:solidFill>
                  <a:srgbClr val="10283D"/>
                </a:solidFill>
                <a:latin typeface="DejaVu Sans"/>
                <a:ea typeface="DejaVu Sans"/>
                <a:cs typeface="DejaVu Sans"/>
              </a:defRPr>
            </a:lvl8pPr>
            <a:lvl9pPr algn="ctr">
              <a:defRPr sz="1725" b="0">
                <a:solidFill>
                  <a:srgbClr val="10283D"/>
                </a:solidFill>
                <a:latin typeface="DejaVu Sans"/>
                <a:ea typeface="DejaVu Sans"/>
                <a:cs typeface="DejaVu Sans"/>
              </a:defRPr>
            </a:lvl9pPr>
          </a:lstStyle>
          <a:p xmlns:a="http://schemas.openxmlformats.org/drawingml/2006/main">
            <a:pPr algn="ctr">
              <a:defRPr sz="1725" b="0">
                <a:solidFill>
                  <a:srgbClr val="10283D"/>
                </a:solidFill>
                <a:latin typeface="DejaVu Sans"/>
                <a:ea typeface="DejaVu Sans"/>
                <a:cs typeface="DejaVu Sans"/>
              </a:defRPr>
            </a:pPr>
            <a:r>
              <a:rPr sz="1725" b="0">
                <a:solidFill>
                  <a:srgbClr val="10283D"/>
                </a:solidFill>
                <a:latin typeface="DejaVu Sans"/>
                <a:ea typeface="DejaVu Sans"/>
                <a:cs typeface="DejaVu Sans"/>
              </a:rPr>
              <a:t>Direct forecasts</a:t>
            </a:r>
          </a:p>
          <a:p xmlns:a="http://schemas.openxmlformats.org/drawingml/2006/main">
            <a:pPr algn="ctr">
              <a:defRPr sz="1725" b="0">
                <a:solidFill>
                  <a:srgbClr val="10283D"/>
                </a:solidFill>
                <a:latin typeface="DejaVu Sans"/>
                <a:ea typeface="DejaVu Sans"/>
                <a:cs typeface="DejaVu Sans"/>
              </a:defRPr>
            </a:pPr>
            <a:r>
              <a:rPr sz="1725" b="0">
                <a:solidFill>
                  <a:srgbClr val="10283D"/>
                </a:solidFill>
                <a:latin typeface="DejaVu Sans"/>
                <a:ea typeface="DejaVu Sans"/>
                <a:cs typeface="DejaVu Sans"/>
              </a:rPr>
              <a:t>30 / 60 / 120 min</a:t>
            </a:r>
          </a:p>
        </p:txBody>
      </p:sp>
      <p:sp>
        <p:nvSpPr>
          <p:cNvPr id="8" name="">
            <a:extLst xmlns:a="http://schemas.openxmlformats.org/drawingml/2006/main">
              <a:ext uri="{FF2B5EF4-FFF2-40B4-BE49-F238E27FC236}">
                <a16:creationId xmlns:a16="http://schemas.microsoft.com/office/drawing/2014/main" id="{FFF52D76-6A31-41DE-8C00-4A84A7AEF7E7}"/>
              </a:ext>
            </a:extLst>
          </p:cNvPr>
          <p:cNvSpPr>
            <a:spLocks xmlns:a="http://schemas.openxmlformats.org/drawingml/2006/main" noGrp="1"/>
          </p:cNvSpPr>
          <p:nvPr/>
        </p:nvSpPr>
        <p:spPr>
          <a:xfrm xmlns:a="http://schemas.openxmlformats.org/drawingml/2006/main">
            <a:off x="6096000" y="3143250"/>
            <a:ext cx="2333625"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CE5E8"/>
            </a:solidFill>
            <a:prstDash val="solid"/>
          </a:ln>
        </p:spPr>
        <p:txBody>
          <a:bodyPr xmlns:a="http://schemas.openxmlformats.org/drawingml/2006/main" lIns="114300" tIns="114300" rIns="114300" bIns="114300" anchor="ctr"/>
          <a:lstStyle xmlns:a="http://schemas.openxmlformats.org/drawingml/2006/main">
            <a:defPPr algn="ctr">
              <a:defRPr sz="1725" b="0">
                <a:solidFill>
                  <a:srgbClr val="10283D"/>
                </a:solidFill>
                <a:latin typeface="DejaVu Sans"/>
                <a:ea typeface="DejaVu Sans"/>
                <a:cs typeface="DejaVu Sans"/>
              </a:defRPr>
            </a:defPPr>
            <a:lvl1pPr algn="ctr">
              <a:defRPr sz="1725" b="0">
                <a:solidFill>
                  <a:srgbClr val="10283D"/>
                </a:solidFill>
                <a:latin typeface="DejaVu Sans"/>
                <a:ea typeface="DejaVu Sans"/>
                <a:cs typeface="DejaVu Sans"/>
              </a:defRPr>
            </a:lvl1pPr>
            <a:lvl2pPr algn="ctr">
              <a:defRPr sz="1725" b="0">
                <a:solidFill>
                  <a:srgbClr val="10283D"/>
                </a:solidFill>
                <a:latin typeface="DejaVu Sans"/>
                <a:ea typeface="DejaVu Sans"/>
                <a:cs typeface="DejaVu Sans"/>
              </a:defRPr>
            </a:lvl2pPr>
            <a:lvl3pPr algn="ctr">
              <a:defRPr sz="1725" b="0">
                <a:solidFill>
                  <a:srgbClr val="10283D"/>
                </a:solidFill>
                <a:latin typeface="DejaVu Sans"/>
                <a:ea typeface="DejaVu Sans"/>
                <a:cs typeface="DejaVu Sans"/>
              </a:defRPr>
            </a:lvl3pPr>
            <a:lvl4pPr algn="ctr">
              <a:defRPr sz="1725" b="0">
                <a:solidFill>
                  <a:srgbClr val="10283D"/>
                </a:solidFill>
                <a:latin typeface="DejaVu Sans"/>
                <a:ea typeface="DejaVu Sans"/>
                <a:cs typeface="DejaVu Sans"/>
              </a:defRPr>
            </a:lvl4pPr>
            <a:lvl5pPr algn="ctr">
              <a:defRPr sz="1725" b="0">
                <a:solidFill>
                  <a:srgbClr val="10283D"/>
                </a:solidFill>
                <a:latin typeface="DejaVu Sans"/>
                <a:ea typeface="DejaVu Sans"/>
                <a:cs typeface="DejaVu Sans"/>
              </a:defRPr>
            </a:lvl5pPr>
            <a:lvl6pPr algn="ctr">
              <a:defRPr sz="1725" b="0">
                <a:solidFill>
                  <a:srgbClr val="10283D"/>
                </a:solidFill>
                <a:latin typeface="DejaVu Sans"/>
                <a:ea typeface="DejaVu Sans"/>
                <a:cs typeface="DejaVu Sans"/>
              </a:defRPr>
            </a:lvl6pPr>
            <a:lvl7pPr algn="ctr">
              <a:defRPr sz="1725" b="0">
                <a:solidFill>
                  <a:srgbClr val="10283D"/>
                </a:solidFill>
                <a:latin typeface="DejaVu Sans"/>
                <a:ea typeface="DejaVu Sans"/>
                <a:cs typeface="DejaVu Sans"/>
              </a:defRPr>
            </a:lvl7pPr>
            <a:lvl8pPr algn="ctr">
              <a:defRPr sz="1725" b="0">
                <a:solidFill>
                  <a:srgbClr val="10283D"/>
                </a:solidFill>
                <a:latin typeface="DejaVu Sans"/>
                <a:ea typeface="DejaVu Sans"/>
                <a:cs typeface="DejaVu Sans"/>
              </a:defRPr>
            </a:lvl8pPr>
            <a:lvl9pPr algn="ctr">
              <a:defRPr sz="1725" b="0">
                <a:solidFill>
                  <a:srgbClr val="10283D"/>
                </a:solidFill>
                <a:latin typeface="DejaVu Sans"/>
                <a:ea typeface="DejaVu Sans"/>
                <a:cs typeface="DejaVu Sans"/>
              </a:defRPr>
            </a:lvl9pPr>
          </a:lstStyle>
          <a:p xmlns:a="http://schemas.openxmlformats.org/drawingml/2006/main">
            <a:pPr algn="ctr">
              <a:defRPr sz="1725" b="0">
                <a:solidFill>
                  <a:srgbClr val="10283D"/>
                </a:solidFill>
                <a:latin typeface="DejaVu Sans"/>
                <a:ea typeface="DejaVu Sans"/>
                <a:cs typeface="DejaVu Sans"/>
              </a:defRPr>
            </a:pPr>
            <a:r>
              <a:rPr sz="1725" b="0">
                <a:solidFill>
                  <a:srgbClr val="10283D"/>
                </a:solidFill>
                <a:latin typeface="DejaVu Sans"/>
                <a:ea typeface="DejaVu Sans"/>
                <a:cs typeface="DejaVu Sans"/>
              </a:rPr>
              <a:t>Episode ranking</a:t>
            </a:r>
          </a:p>
          <a:p xmlns:a="http://schemas.openxmlformats.org/drawingml/2006/main">
            <a:pPr algn="ctr">
              <a:defRPr sz="1725" b="0">
                <a:solidFill>
                  <a:srgbClr val="10283D"/>
                </a:solidFill>
                <a:latin typeface="DejaVu Sans"/>
                <a:ea typeface="DejaVu Sans"/>
                <a:cs typeface="DejaVu Sans"/>
              </a:defRPr>
            </a:pPr>
            <a:r>
              <a:rPr sz="1725" b="0">
                <a:solidFill>
                  <a:srgbClr val="10283D"/>
                </a:solidFill>
                <a:latin typeface="DejaVu Sans"/>
                <a:ea typeface="DejaVu Sans"/>
                <a:cs typeface="DejaVu Sans"/>
              </a:rPr>
              <a:t>+ uncertainty</a:t>
            </a:r>
          </a:p>
        </p:txBody>
      </p:sp>
      <p:sp>
        <p:nvSpPr>
          <p:cNvPr id="9" name="">
            <a:extLst xmlns:a="http://schemas.openxmlformats.org/drawingml/2006/main">
              <a:ext uri="{FF2B5EF4-FFF2-40B4-BE49-F238E27FC236}">
                <a16:creationId xmlns:a16="http://schemas.microsoft.com/office/drawing/2014/main" id="{9BE5ED12-42B2-41BA-883D-81787EA5E486}"/>
              </a:ext>
            </a:extLst>
          </p:cNvPr>
          <p:cNvSpPr>
            <a:spLocks xmlns:a="http://schemas.openxmlformats.org/drawingml/2006/main" noGrp="1"/>
          </p:cNvSpPr>
          <p:nvPr/>
        </p:nvSpPr>
        <p:spPr>
          <a:xfrm xmlns:a="http://schemas.openxmlformats.org/drawingml/2006/main">
            <a:off x="9286875" y="2381250"/>
            <a:ext cx="2333625"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DCE5E8"/>
            </a:solidFill>
            <a:prstDash val="solid"/>
          </a:ln>
        </p:spPr>
        <p:txBody>
          <a:bodyPr xmlns:a="http://schemas.openxmlformats.org/drawingml/2006/main" lIns="114300" tIns="114300" rIns="114300" bIns="114300" anchor="ctr"/>
          <a:lstStyle xmlns:a="http://schemas.openxmlformats.org/drawingml/2006/main">
            <a:defPPr algn="ctr">
              <a:defRPr sz="1725" b="0">
                <a:solidFill>
                  <a:srgbClr val="10283D"/>
                </a:solidFill>
                <a:latin typeface="DejaVu Sans"/>
                <a:ea typeface="DejaVu Sans"/>
                <a:cs typeface="DejaVu Sans"/>
              </a:defRPr>
            </a:defPPr>
            <a:lvl1pPr algn="ctr">
              <a:defRPr sz="1725" b="0">
                <a:solidFill>
                  <a:srgbClr val="10283D"/>
                </a:solidFill>
                <a:latin typeface="DejaVu Sans"/>
                <a:ea typeface="DejaVu Sans"/>
                <a:cs typeface="DejaVu Sans"/>
              </a:defRPr>
            </a:lvl1pPr>
            <a:lvl2pPr algn="ctr">
              <a:defRPr sz="1725" b="0">
                <a:solidFill>
                  <a:srgbClr val="10283D"/>
                </a:solidFill>
                <a:latin typeface="DejaVu Sans"/>
                <a:ea typeface="DejaVu Sans"/>
                <a:cs typeface="DejaVu Sans"/>
              </a:defRPr>
            </a:lvl2pPr>
            <a:lvl3pPr algn="ctr">
              <a:defRPr sz="1725" b="0">
                <a:solidFill>
                  <a:srgbClr val="10283D"/>
                </a:solidFill>
                <a:latin typeface="DejaVu Sans"/>
                <a:ea typeface="DejaVu Sans"/>
                <a:cs typeface="DejaVu Sans"/>
              </a:defRPr>
            </a:lvl3pPr>
            <a:lvl4pPr algn="ctr">
              <a:defRPr sz="1725" b="0">
                <a:solidFill>
                  <a:srgbClr val="10283D"/>
                </a:solidFill>
                <a:latin typeface="DejaVu Sans"/>
                <a:ea typeface="DejaVu Sans"/>
                <a:cs typeface="DejaVu Sans"/>
              </a:defRPr>
            </a:lvl4pPr>
            <a:lvl5pPr algn="ctr">
              <a:defRPr sz="1725" b="0">
                <a:solidFill>
                  <a:srgbClr val="10283D"/>
                </a:solidFill>
                <a:latin typeface="DejaVu Sans"/>
                <a:ea typeface="DejaVu Sans"/>
                <a:cs typeface="DejaVu Sans"/>
              </a:defRPr>
            </a:lvl5pPr>
            <a:lvl6pPr algn="ctr">
              <a:defRPr sz="1725" b="0">
                <a:solidFill>
                  <a:srgbClr val="10283D"/>
                </a:solidFill>
                <a:latin typeface="DejaVu Sans"/>
                <a:ea typeface="DejaVu Sans"/>
                <a:cs typeface="DejaVu Sans"/>
              </a:defRPr>
            </a:lvl6pPr>
            <a:lvl7pPr algn="ctr">
              <a:defRPr sz="1725" b="0">
                <a:solidFill>
                  <a:srgbClr val="10283D"/>
                </a:solidFill>
                <a:latin typeface="DejaVu Sans"/>
                <a:ea typeface="DejaVu Sans"/>
                <a:cs typeface="DejaVu Sans"/>
              </a:defRPr>
            </a:lvl7pPr>
            <a:lvl8pPr algn="ctr">
              <a:defRPr sz="1725" b="0">
                <a:solidFill>
                  <a:srgbClr val="10283D"/>
                </a:solidFill>
                <a:latin typeface="DejaVu Sans"/>
                <a:ea typeface="DejaVu Sans"/>
                <a:cs typeface="DejaVu Sans"/>
              </a:defRPr>
            </a:lvl8pPr>
            <a:lvl9pPr algn="ctr">
              <a:defRPr sz="1725" b="0">
                <a:solidFill>
                  <a:srgbClr val="10283D"/>
                </a:solidFill>
                <a:latin typeface="DejaVu Sans"/>
                <a:ea typeface="DejaVu Sans"/>
                <a:cs typeface="DejaVu Sans"/>
              </a:defRPr>
            </a:lvl9pPr>
          </a:lstStyle>
          <a:p xmlns:a="http://schemas.openxmlformats.org/drawingml/2006/main">
            <a:pPr algn="ctr">
              <a:defRPr sz="1725" b="0">
                <a:solidFill>
                  <a:srgbClr val="10283D"/>
                </a:solidFill>
                <a:latin typeface="DejaVu Sans"/>
                <a:ea typeface="DejaVu Sans"/>
                <a:cs typeface="DejaVu Sans"/>
              </a:defRPr>
            </a:pPr>
            <a:r>
              <a:rPr sz="1725" b="0">
                <a:solidFill>
                  <a:srgbClr val="10283D"/>
                </a:solidFill>
                <a:latin typeface="DejaVu Sans"/>
                <a:ea typeface="DejaVu Sans"/>
                <a:cs typeface="DejaVu Sans"/>
              </a:rPr>
              <a:t>Data-quality gate</a:t>
            </a:r>
          </a:p>
        </p:txBody>
      </p:sp>
      <p:sp>
        <p:nvSpPr>
          <p:cNvPr id="10" name="">
            <a:extLst xmlns:a="http://schemas.openxmlformats.org/drawingml/2006/main">
              <a:ext uri="{FF2B5EF4-FFF2-40B4-BE49-F238E27FC236}">
                <a16:creationId xmlns:a16="http://schemas.microsoft.com/office/drawing/2014/main" id="{916BF22C-778C-4C06-95CD-7B5E1135D726}"/>
              </a:ext>
            </a:extLst>
          </p:cNvPr>
          <p:cNvSpPr>
            <a:spLocks xmlns:a="http://schemas.openxmlformats.org/drawingml/2006/main" noGrp="1"/>
          </p:cNvSpPr>
          <p:nvPr/>
        </p:nvSpPr>
        <p:spPr>
          <a:xfrm xmlns:a="http://schemas.openxmlformats.org/drawingml/2006/main">
            <a:off x="9286875" y="4191000"/>
            <a:ext cx="233362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CE5E8"/>
            </a:solidFill>
            <a:prstDash val="solid"/>
          </a:ln>
        </p:spPr>
        <p:txBody>
          <a:bodyPr xmlns:a="http://schemas.openxmlformats.org/drawingml/2006/main" lIns="114300" tIns="114300" rIns="114300" bIns="114300" anchor="ctr"/>
          <a:lstStyle xmlns:a="http://schemas.openxmlformats.org/drawingml/2006/main">
            <a:defPPr algn="ctr">
              <a:defRPr sz="1725" b="0">
                <a:solidFill>
                  <a:srgbClr val="10283D"/>
                </a:solidFill>
                <a:latin typeface="DejaVu Sans"/>
                <a:ea typeface="DejaVu Sans"/>
                <a:cs typeface="DejaVu Sans"/>
              </a:defRPr>
            </a:defPPr>
            <a:lvl1pPr algn="ctr">
              <a:defRPr sz="1725" b="0">
                <a:solidFill>
                  <a:srgbClr val="10283D"/>
                </a:solidFill>
                <a:latin typeface="DejaVu Sans"/>
                <a:ea typeface="DejaVu Sans"/>
                <a:cs typeface="DejaVu Sans"/>
              </a:defRPr>
            </a:lvl1pPr>
            <a:lvl2pPr algn="ctr">
              <a:defRPr sz="1725" b="0">
                <a:solidFill>
                  <a:srgbClr val="10283D"/>
                </a:solidFill>
                <a:latin typeface="DejaVu Sans"/>
                <a:ea typeface="DejaVu Sans"/>
                <a:cs typeface="DejaVu Sans"/>
              </a:defRPr>
            </a:lvl2pPr>
            <a:lvl3pPr algn="ctr">
              <a:defRPr sz="1725" b="0">
                <a:solidFill>
                  <a:srgbClr val="10283D"/>
                </a:solidFill>
                <a:latin typeface="DejaVu Sans"/>
                <a:ea typeface="DejaVu Sans"/>
                <a:cs typeface="DejaVu Sans"/>
              </a:defRPr>
            </a:lvl3pPr>
            <a:lvl4pPr algn="ctr">
              <a:defRPr sz="1725" b="0">
                <a:solidFill>
                  <a:srgbClr val="10283D"/>
                </a:solidFill>
                <a:latin typeface="DejaVu Sans"/>
                <a:ea typeface="DejaVu Sans"/>
                <a:cs typeface="DejaVu Sans"/>
              </a:defRPr>
            </a:lvl4pPr>
            <a:lvl5pPr algn="ctr">
              <a:defRPr sz="1725" b="0">
                <a:solidFill>
                  <a:srgbClr val="10283D"/>
                </a:solidFill>
                <a:latin typeface="DejaVu Sans"/>
                <a:ea typeface="DejaVu Sans"/>
                <a:cs typeface="DejaVu Sans"/>
              </a:defRPr>
            </a:lvl5pPr>
            <a:lvl6pPr algn="ctr">
              <a:defRPr sz="1725" b="0">
                <a:solidFill>
                  <a:srgbClr val="10283D"/>
                </a:solidFill>
                <a:latin typeface="DejaVu Sans"/>
                <a:ea typeface="DejaVu Sans"/>
                <a:cs typeface="DejaVu Sans"/>
              </a:defRPr>
            </a:lvl6pPr>
            <a:lvl7pPr algn="ctr">
              <a:defRPr sz="1725" b="0">
                <a:solidFill>
                  <a:srgbClr val="10283D"/>
                </a:solidFill>
                <a:latin typeface="DejaVu Sans"/>
                <a:ea typeface="DejaVu Sans"/>
                <a:cs typeface="DejaVu Sans"/>
              </a:defRPr>
            </a:lvl7pPr>
            <a:lvl8pPr algn="ctr">
              <a:defRPr sz="1725" b="0">
                <a:solidFill>
                  <a:srgbClr val="10283D"/>
                </a:solidFill>
                <a:latin typeface="DejaVu Sans"/>
                <a:ea typeface="DejaVu Sans"/>
                <a:cs typeface="DejaVu Sans"/>
              </a:defRPr>
            </a:lvl8pPr>
            <a:lvl9pPr algn="ctr">
              <a:defRPr sz="1725" b="0">
                <a:solidFill>
                  <a:srgbClr val="10283D"/>
                </a:solidFill>
                <a:latin typeface="DejaVu Sans"/>
                <a:ea typeface="DejaVu Sans"/>
                <a:cs typeface="DejaVu Sans"/>
              </a:defRPr>
            </a:lvl9pPr>
          </a:lstStyle>
          <a:p xmlns:a="http://schemas.openxmlformats.org/drawingml/2006/main">
            <a:pPr algn="ctr">
              <a:defRPr sz="1725" b="0">
                <a:solidFill>
                  <a:srgbClr val="10283D"/>
                </a:solidFill>
                <a:latin typeface="DejaVu Sans"/>
                <a:ea typeface="DejaVu Sans"/>
                <a:cs typeface="DejaVu Sans"/>
              </a:defRPr>
            </a:pPr>
            <a:r>
              <a:rPr sz="1725" b="0">
                <a:solidFill>
                  <a:srgbClr val="10283D"/>
                </a:solidFill>
                <a:latin typeface="DejaVu Sans"/>
                <a:ea typeface="DejaVu Sans"/>
                <a:cs typeface="DejaVu Sans"/>
              </a:rPr>
              <a:t>Clinician</a:t>
            </a:r>
          </a:p>
          <a:p xmlns:a="http://schemas.openxmlformats.org/drawingml/2006/main">
            <a:pPr algn="ctr">
              <a:defRPr sz="1725" b="0">
                <a:solidFill>
                  <a:srgbClr val="10283D"/>
                </a:solidFill>
                <a:latin typeface="DejaVu Sans"/>
                <a:ea typeface="DejaVu Sans"/>
                <a:cs typeface="DejaVu Sans"/>
              </a:defRPr>
            </a:pPr>
            <a:r>
              <a:rPr sz="1725" b="0">
                <a:solidFill>
                  <a:srgbClr val="10283D"/>
                </a:solidFill>
                <a:latin typeface="DejaVu Sans"/>
                <a:ea typeface="DejaVu Sans"/>
                <a:cs typeface="DejaVu Sans"/>
              </a:rPr>
              <a:t>research dashboard</a:t>
            </a:r>
          </a:p>
        </p:txBody>
      </p:sp>
      <p:sp>
        <p:nvSpPr>
          <p:cNvPr id="11" name="">
            <a:extLst xmlns:a="http://schemas.openxmlformats.org/drawingml/2006/main">
              <a:ext uri="{FF2B5EF4-FFF2-40B4-BE49-F238E27FC236}">
                <a16:creationId xmlns:a16="http://schemas.microsoft.com/office/drawing/2014/main" id="{9E6D6EB6-9CA4-40D5-B9A3-9454B4104E53}"/>
              </a:ext>
            </a:extLst>
          </p:cNvPr>
          <p:cNvSpPr>
            <a:spLocks xmlns:a="http://schemas.openxmlformats.org/drawingml/2006/main" noGrp="1"/>
          </p:cNvSpPr>
          <p:nvPr/>
        </p:nvSpPr>
        <p:spPr>
          <a:xfrm xmlns:a="http://schemas.openxmlformats.org/drawingml/2006/main">
            <a:off x="6000750" y="4905375"/>
            <a:ext cx="2571750" cy="857250"/>
          </a:xfrm>
          <a:prstGeom xmlns:a="http://schemas.openxmlformats.org/drawingml/2006/main" prst="rect">
            <a:avLst/>
          </a:prstGeom>
          <a:solidFill xmlns:a="http://schemas.openxmlformats.org/drawingml/2006/main">
            <a:srgbClr val="EEEAF8"/>
          </a:solidFill>
          <a:ln xmlns:a="http://schemas.openxmlformats.org/drawingml/2006/main" w="9525">
            <a:solidFill>
              <a:srgbClr val="DCE5E8"/>
            </a:solidFill>
            <a:prstDash val="solid"/>
          </a:ln>
        </p:spPr>
        <p:txBody>
          <a:bodyPr xmlns:a="http://schemas.openxmlformats.org/drawingml/2006/main" lIns="114300" tIns="114300" rIns="114300" bIns="114300" anchor="ctr"/>
          <a:lstStyle xmlns:a="http://schemas.openxmlformats.org/drawingml/2006/main">
            <a:defPPr algn="ctr">
              <a:defRPr sz="1575" b="0">
                <a:solidFill>
                  <a:srgbClr val="10283D"/>
                </a:solidFill>
                <a:latin typeface="DejaVu Sans"/>
                <a:ea typeface="DejaVu Sans"/>
                <a:cs typeface="DejaVu Sans"/>
              </a:defRPr>
            </a:defPPr>
            <a:lvl1pPr algn="ctr">
              <a:defRPr sz="1575" b="0">
                <a:solidFill>
                  <a:srgbClr val="10283D"/>
                </a:solidFill>
                <a:latin typeface="DejaVu Sans"/>
                <a:ea typeface="DejaVu Sans"/>
                <a:cs typeface="DejaVu Sans"/>
              </a:defRPr>
            </a:lvl1pPr>
            <a:lvl2pPr algn="ctr">
              <a:defRPr sz="1575" b="0">
                <a:solidFill>
                  <a:srgbClr val="10283D"/>
                </a:solidFill>
                <a:latin typeface="DejaVu Sans"/>
                <a:ea typeface="DejaVu Sans"/>
                <a:cs typeface="DejaVu Sans"/>
              </a:defRPr>
            </a:lvl2pPr>
            <a:lvl3pPr algn="ctr">
              <a:defRPr sz="1575" b="0">
                <a:solidFill>
                  <a:srgbClr val="10283D"/>
                </a:solidFill>
                <a:latin typeface="DejaVu Sans"/>
                <a:ea typeface="DejaVu Sans"/>
                <a:cs typeface="DejaVu Sans"/>
              </a:defRPr>
            </a:lvl3pPr>
            <a:lvl4pPr algn="ctr">
              <a:defRPr sz="1575" b="0">
                <a:solidFill>
                  <a:srgbClr val="10283D"/>
                </a:solidFill>
                <a:latin typeface="DejaVu Sans"/>
                <a:ea typeface="DejaVu Sans"/>
                <a:cs typeface="DejaVu Sans"/>
              </a:defRPr>
            </a:lvl4pPr>
            <a:lvl5pPr algn="ctr">
              <a:defRPr sz="1575" b="0">
                <a:solidFill>
                  <a:srgbClr val="10283D"/>
                </a:solidFill>
                <a:latin typeface="DejaVu Sans"/>
                <a:ea typeface="DejaVu Sans"/>
                <a:cs typeface="DejaVu Sans"/>
              </a:defRPr>
            </a:lvl5pPr>
            <a:lvl6pPr algn="ctr">
              <a:defRPr sz="1575" b="0">
                <a:solidFill>
                  <a:srgbClr val="10283D"/>
                </a:solidFill>
                <a:latin typeface="DejaVu Sans"/>
                <a:ea typeface="DejaVu Sans"/>
                <a:cs typeface="DejaVu Sans"/>
              </a:defRPr>
            </a:lvl6pPr>
            <a:lvl7pPr algn="ctr">
              <a:defRPr sz="1575" b="0">
                <a:solidFill>
                  <a:srgbClr val="10283D"/>
                </a:solidFill>
                <a:latin typeface="DejaVu Sans"/>
                <a:ea typeface="DejaVu Sans"/>
                <a:cs typeface="DejaVu Sans"/>
              </a:defRPr>
            </a:lvl7pPr>
            <a:lvl8pPr algn="ctr">
              <a:defRPr sz="1575" b="0">
                <a:solidFill>
                  <a:srgbClr val="10283D"/>
                </a:solidFill>
                <a:latin typeface="DejaVu Sans"/>
                <a:ea typeface="DejaVu Sans"/>
                <a:cs typeface="DejaVu Sans"/>
              </a:defRPr>
            </a:lvl8pPr>
            <a:lvl9pPr algn="ctr">
              <a:defRPr sz="1575" b="0">
                <a:solidFill>
                  <a:srgbClr val="10283D"/>
                </a:solidFill>
                <a:latin typeface="DejaVu Sans"/>
                <a:ea typeface="DejaVu Sans"/>
                <a:cs typeface="DejaVu Sans"/>
              </a:defRPr>
            </a:lvl9pPr>
          </a:lstStyle>
          <a:p xmlns:a="http://schemas.openxmlformats.org/drawingml/2006/main">
            <a:pPr algn="ctr">
              <a:defRPr sz="1575" b="0">
                <a:solidFill>
                  <a:srgbClr val="10283D"/>
                </a:solidFill>
                <a:latin typeface="DejaVu Sans"/>
                <a:ea typeface="DejaVu Sans"/>
                <a:cs typeface="DejaVu Sans"/>
              </a:defRPr>
            </a:pPr>
            <a:r>
              <a:rPr sz="1575" b="0">
                <a:solidFill>
                  <a:srgbClr val="10283D"/>
                </a:solidFill>
                <a:latin typeface="DejaVu Sans"/>
                <a:ea typeface="DejaVu Sans"/>
                <a:cs typeface="DejaVu Sans"/>
              </a:rPr>
              <a:t>Matured errors</a:t>
            </a:r>
          </a:p>
          <a:p xmlns:a="http://schemas.openxmlformats.org/drawingml/2006/main">
            <a:pPr algn="ctr">
              <a:defRPr sz="1575" b="0">
                <a:solidFill>
                  <a:srgbClr val="10283D"/>
                </a:solidFill>
                <a:latin typeface="DejaVu Sans"/>
                <a:ea typeface="DejaVu Sans"/>
                <a:cs typeface="DejaVu Sans"/>
              </a:defRPr>
            </a:pPr>
            <a:r>
              <a:rPr sz="1575" b="0">
                <a:solidFill>
                  <a:srgbClr val="10283D"/>
                </a:solidFill>
                <a:latin typeface="DejaVu Sans"/>
                <a:ea typeface="DejaVu Sans"/>
                <a:cs typeface="DejaVu Sans"/>
              </a:rPr>
              <a:t>update residual memory</a:t>
            </a:r>
          </a:p>
        </p:txBody>
      </p:sp>
      <p:sp>
        <p:nvSpPr>
          <p:cNvPr id="21" name="">
            <a:extLst xmlns:a="http://schemas.openxmlformats.org/drawingml/2006/main">
              <a:ext uri="{FF2B5EF4-FFF2-40B4-BE49-F238E27FC236}">
                <a16:creationId xmlns:a16="http://schemas.microsoft.com/office/drawing/2014/main" id="{28D89E05-5231-4622-9F4D-8F4808D67F5A}"/>
              </a:ext>
            </a:extLst>
          </p:cNvPr>
          <p:cNvSpPr>
            <a:spLocks xmlns:a="http://schemas.openxmlformats.org/drawingml/2006/main" noGrp="1"/>
          </p:cNvSpPr>
          <p:nvPr/>
        </p:nvSpPr>
        <p:spPr>
          <a:xfrm xmlns:a="http://schemas.openxmlformats.org/drawingml/2006/main">
            <a:off x="571500" y="4476750"/>
            <a:ext cx="2238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087F8C"/>
                </a:solidFill>
                <a:latin typeface="DejaVu Sans"/>
                <a:ea typeface="DejaVu Sans"/>
                <a:cs typeface="DejaVu Sans"/>
              </a:defRPr>
            </a:defPPr>
            <a:lvl1pPr>
              <a:defRPr sz="1500" b="1">
                <a:solidFill>
                  <a:srgbClr val="087F8C"/>
                </a:solidFill>
                <a:latin typeface="DejaVu Sans"/>
                <a:ea typeface="DejaVu Sans"/>
                <a:cs typeface="DejaVu Sans"/>
              </a:defRPr>
            </a:lvl1pPr>
            <a:lvl2pPr>
              <a:defRPr sz="1500" b="1">
                <a:solidFill>
                  <a:srgbClr val="087F8C"/>
                </a:solidFill>
                <a:latin typeface="DejaVu Sans"/>
                <a:ea typeface="DejaVu Sans"/>
                <a:cs typeface="DejaVu Sans"/>
              </a:defRPr>
            </a:lvl2pPr>
            <a:lvl3pPr>
              <a:defRPr sz="1500" b="1">
                <a:solidFill>
                  <a:srgbClr val="087F8C"/>
                </a:solidFill>
                <a:latin typeface="DejaVu Sans"/>
                <a:ea typeface="DejaVu Sans"/>
                <a:cs typeface="DejaVu Sans"/>
              </a:defRPr>
            </a:lvl3pPr>
            <a:lvl4pPr>
              <a:defRPr sz="1500" b="1">
                <a:solidFill>
                  <a:srgbClr val="087F8C"/>
                </a:solidFill>
                <a:latin typeface="DejaVu Sans"/>
                <a:ea typeface="DejaVu Sans"/>
                <a:cs typeface="DejaVu Sans"/>
              </a:defRPr>
            </a:lvl4pPr>
            <a:lvl5pPr>
              <a:defRPr sz="1500" b="1">
                <a:solidFill>
                  <a:srgbClr val="087F8C"/>
                </a:solidFill>
                <a:latin typeface="DejaVu Sans"/>
                <a:ea typeface="DejaVu Sans"/>
                <a:cs typeface="DejaVu Sans"/>
              </a:defRPr>
            </a:lvl5pPr>
            <a:lvl6pPr>
              <a:defRPr sz="1500" b="1">
                <a:solidFill>
                  <a:srgbClr val="087F8C"/>
                </a:solidFill>
                <a:latin typeface="DejaVu Sans"/>
                <a:ea typeface="DejaVu Sans"/>
                <a:cs typeface="DejaVu Sans"/>
              </a:defRPr>
            </a:lvl6pPr>
            <a:lvl7pPr>
              <a:defRPr sz="1500" b="1">
                <a:solidFill>
                  <a:srgbClr val="087F8C"/>
                </a:solidFill>
                <a:latin typeface="DejaVu Sans"/>
                <a:ea typeface="DejaVu Sans"/>
                <a:cs typeface="DejaVu Sans"/>
              </a:defRPr>
            </a:lvl7pPr>
            <a:lvl8pPr>
              <a:defRPr sz="1500" b="1">
                <a:solidFill>
                  <a:srgbClr val="087F8C"/>
                </a:solidFill>
                <a:latin typeface="DejaVu Sans"/>
                <a:ea typeface="DejaVu Sans"/>
                <a:cs typeface="DejaVu Sans"/>
              </a:defRPr>
            </a:lvl8pPr>
            <a:lvl9pPr>
              <a:defRPr sz="1500" b="1">
                <a:solidFill>
                  <a:srgbClr val="087F8C"/>
                </a:solidFill>
                <a:latin typeface="DejaVu Sans"/>
                <a:ea typeface="DejaVu Sans"/>
                <a:cs typeface="DejaVu Sans"/>
              </a:defRPr>
            </a:lvl9pPr>
          </a:lstStyle>
          <a:p xmlns:a="http://schemas.openxmlformats.org/drawingml/2006/main">
            <a:pPr>
              <a:defRPr sz="1500" b="1">
                <a:solidFill>
                  <a:srgbClr val="087F8C"/>
                </a:solidFill>
                <a:latin typeface="DejaVu Sans"/>
                <a:ea typeface="DejaVu Sans"/>
                <a:cs typeface="DejaVu Sans"/>
              </a:defRPr>
            </a:pPr>
            <a:r>
              <a:rPr sz="1500" b="1">
                <a:solidFill>
                  <a:srgbClr val="087F8C"/>
                </a:solidFill>
                <a:latin typeface="DejaVu Sans"/>
                <a:ea typeface="DejaVu Sans"/>
                <a:cs typeface="DejaVu Sans"/>
              </a:rPr>
              <a:t>Paired identity</a:t>
            </a:r>
          </a:p>
        </p:txBody>
      </p:sp>
      <p:sp>
        <p:nvSpPr>
          <p:cNvPr id="22" name="">
            <a:extLst xmlns:a="http://schemas.openxmlformats.org/drawingml/2006/main">
              <a:ext uri="{FF2B5EF4-FFF2-40B4-BE49-F238E27FC236}">
                <a16:creationId xmlns:a16="http://schemas.microsoft.com/office/drawing/2014/main" id="{276E2CFD-7AB4-4FE8-93B9-67432AAE8052}"/>
              </a:ext>
            </a:extLst>
          </p:cNvPr>
          <p:cNvSpPr>
            <a:spLocks xmlns:a="http://schemas.openxmlformats.org/drawingml/2006/main" noGrp="1"/>
          </p:cNvSpPr>
          <p:nvPr/>
        </p:nvSpPr>
        <p:spPr>
          <a:xfrm xmlns:a="http://schemas.openxmlformats.org/drawingml/2006/main">
            <a:off x="571500" y="5981700"/>
            <a:ext cx="11049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0">
                <a:solidFill>
                  <a:srgbClr val="59717F"/>
                </a:solidFill>
                <a:latin typeface="DejaVu Sans"/>
                <a:ea typeface="DejaVu Sans"/>
                <a:cs typeface="DejaVu Sans"/>
              </a:defRPr>
            </a:defPPr>
            <a:lvl1pPr>
              <a:defRPr sz="1500" b="0">
                <a:solidFill>
                  <a:srgbClr val="59717F"/>
                </a:solidFill>
                <a:latin typeface="DejaVu Sans"/>
                <a:ea typeface="DejaVu Sans"/>
                <a:cs typeface="DejaVu Sans"/>
              </a:defRPr>
            </a:lvl1pPr>
            <a:lvl2pPr>
              <a:defRPr sz="1500" b="0">
                <a:solidFill>
                  <a:srgbClr val="59717F"/>
                </a:solidFill>
                <a:latin typeface="DejaVu Sans"/>
                <a:ea typeface="DejaVu Sans"/>
                <a:cs typeface="DejaVu Sans"/>
              </a:defRPr>
            </a:lvl2pPr>
            <a:lvl3pPr>
              <a:defRPr sz="1500" b="0">
                <a:solidFill>
                  <a:srgbClr val="59717F"/>
                </a:solidFill>
                <a:latin typeface="DejaVu Sans"/>
                <a:ea typeface="DejaVu Sans"/>
                <a:cs typeface="DejaVu Sans"/>
              </a:defRPr>
            </a:lvl3pPr>
            <a:lvl4pPr>
              <a:defRPr sz="1500" b="0">
                <a:solidFill>
                  <a:srgbClr val="59717F"/>
                </a:solidFill>
                <a:latin typeface="DejaVu Sans"/>
                <a:ea typeface="DejaVu Sans"/>
                <a:cs typeface="DejaVu Sans"/>
              </a:defRPr>
            </a:lvl4pPr>
            <a:lvl5pPr>
              <a:defRPr sz="1500" b="0">
                <a:solidFill>
                  <a:srgbClr val="59717F"/>
                </a:solidFill>
                <a:latin typeface="DejaVu Sans"/>
                <a:ea typeface="DejaVu Sans"/>
                <a:cs typeface="DejaVu Sans"/>
              </a:defRPr>
            </a:lvl5pPr>
            <a:lvl6pPr>
              <a:defRPr sz="1500" b="0">
                <a:solidFill>
                  <a:srgbClr val="59717F"/>
                </a:solidFill>
                <a:latin typeface="DejaVu Sans"/>
                <a:ea typeface="DejaVu Sans"/>
                <a:cs typeface="DejaVu Sans"/>
              </a:defRPr>
            </a:lvl6pPr>
            <a:lvl7pPr>
              <a:defRPr sz="1500" b="0">
                <a:solidFill>
                  <a:srgbClr val="59717F"/>
                </a:solidFill>
                <a:latin typeface="DejaVu Sans"/>
                <a:ea typeface="DejaVu Sans"/>
                <a:cs typeface="DejaVu Sans"/>
              </a:defRPr>
            </a:lvl7pPr>
            <a:lvl8pPr>
              <a:defRPr sz="1500" b="0">
                <a:solidFill>
                  <a:srgbClr val="59717F"/>
                </a:solidFill>
                <a:latin typeface="DejaVu Sans"/>
                <a:ea typeface="DejaVu Sans"/>
                <a:cs typeface="DejaVu Sans"/>
              </a:defRPr>
            </a:lvl8pPr>
            <a:lvl9pPr>
              <a:defRPr sz="1500" b="0">
                <a:solidFill>
                  <a:srgbClr val="59717F"/>
                </a:solidFill>
                <a:latin typeface="DejaVu Sans"/>
                <a:ea typeface="DejaVu Sans"/>
                <a:cs typeface="DejaVu Sans"/>
              </a:defRPr>
            </a:lvl9pPr>
          </a:lstStyle>
          <a:p xmlns:a="http://schemas.openxmlformats.org/drawingml/2006/main">
            <a:pPr>
              <a:defRPr sz="1500" b="0">
                <a:solidFill>
                  <a:srgbClr val="59717F"/>
                </a:solidFill>
                <a:latin typeface="DejaVu Sans"/>
                <a:ea typeface="DejaVu Sans"/>
                <a:cs typeface="DejaVu Sans"/>
              </a:defRPr>
            </a:pPr>
            <a:r>
              <a:rPr sz="1500" b="0">
                <a:solidFill>
                  <a:srgbClr val="59717F"/>
                </a:solidFill>
                <a:latin typeface="DejaVu Sans"/>
                <a:ea typeface="DejaVu Sans"/>
                <a:cs typeface="DejaVu Sans"/>
              </a:rPr>
              <a:t>Scenario sandbox is separate from evaluated forecasts.</a:t>
            </a:r>
          </a:p>
        </p:txBody>
      </p:sp>
    </p:spTree>
    <p:extLst>
      <p:ext uri="{BB962C8B-B14F-4D97-AF65-F5344CB8AC3E}">
        <p14:creationId xmlns:p14="http://schemas.microsoft.com/office/powerpoint/2010/main" val="2006355219"/>
      </p:ext>
    </p:extLst>
  </p:cSld>
</p:sld>
</file>

<file path=ppt/slides/slide5.xml><?xml version="1.0" encoding="utf-8"?>
<p:sld xmlns:p="http://schemas.openxmlformats.org/presentationml/2006/main">
  <p:cSld>
    <p:bg>
      <p:bgPr>
        <a:solidFill xmlns:a="http://schemas.openxmlformats.org/drawingml/2006/main">
          <a:srgbClr val="F5F8F8"/>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3A4EBB4C-C05E-41D7-ACED-2733B5F501DF}"/>
              </a:ext>
            </a:extLst>
          </p:cNvPr>
          <p:cNvCxnSpPr>
            <a:stCxn xmlns:a="http://schemas.openxmlformats.org/drawingml/2006/main" id="5" idx="3"/>
            <a:endCxn xmlns:a="http://schemas.openxmlformats.org/drawingml/2006/main" id="6" idx="1"/>
          </p:cNvCxnSpPr>
          <p:nvPr/>
        </p:nvCxnSpPr>
        <p:spPr>
          <a:xfrm xmlns:a="http://schemas.openxmlformats.org/drawingml/2006/main">
            <a:off x="7524750" y="2333625"/>
            <a:ext cx="1238250" cy="0"/>
          </a:xfrm>
          <a:prstGeom xmlns:a="http://schemas.openxmlformats.org/drawingml/2006/main" prst="straightConnector1">
            <a:avLst/>
          </a:prstGeom>
          <a:ln xmlns:a="http://schemas.openxmlformats.org/drawingml/2006/main" w="19050">
            <a:solidFill>
              <a:srgbClr val="087F8C"/>
            </a:solidFill>
            <a:prstDash val="solid"/>
            <a:tailEnd type="triangle" w="sm" len="sm"/>
          </a:ln>
        </p:spPr>
      </p:cxnSp>
      <p:cxnSp>
        <p:nvCxnSpPr>
          <p:cNvPr id="7" name="">
            <a:extLst xmlns:a="http://schemas.openxmlformats.org/drawingml/2006/main">
              <a:ext uri="{FF2B5EF4-FFF2-40B4-BE49-F238E27FC236}">
                <a16:creationId xmlns:a16="http://schemas.microsoft.com/office/drawing/2014/main" id="{549BC356-031B-44A4-8522-BF182EC7D71A}"/>
              </a:ext>
            </a:extLst>
          </p:cNvPr>
          <p:cNvCxnSpPr>
            <a:stCxn xmlns:a="http://schemas.openxmlformats.org/drawingml/2006/main" id="4" idx="3"/>
            <a:endCxn xmlns:a="http://schemas.openxmlformats.org/drawingml/2006/main" id="5" idx="1"/>
          </p:cNvCxnSpPr>
          <p:nvPr/>
        </p:nvCxnSpPr>
        <p:spPr>
          <a:xfrm xmlns:a="http://schemas.openxmlformats.org/drawingml/2006/main">
            <a:off x="3429000" y="2333625"/>
            <a:ext cx="1238250" cy="0"/>
          </a:xfrm>
          <a:prstGeom xmlns:a="http://schemas.openxmlformats.org/drawingml/2006/main" prst="straightConnector1">
            <a:avLst/>
          </a:prstGeom>
          <a:ln xmlns:a="http://schemas.openxmlformats.org/drawingml/2006/main" w="19050">
            <a:solidFill>
              <a:srgbClr val="087F8C"/>
            </a:solidFill>
            <a:prstDash val="solid"/>
            <a:tailEnd type="triangle" w="sm" len="sm"/>
          </a:ln>
        </p:spPr>
      </p:cxnSp>
      <p:sp>
        <p:nvSpPr>
          <p:cNvPr id="15" name="">
            <a:extLst xmlns:a="http://schemas.openxmlformats.org/drawingml/2006/main">
              <a:ext uri="{FF2B5EF4-FFF2-40B4-BE49-F238E27FC236}">
                <a16:creationId xmlns:a16="http://schemas.microsoft.com/office/drawing/2014/main" id="{013F02CA-A4EF-48EC-B934-4CA5FD7E0367}"/>
              </a:ext>
            </a:extLst>
          </p:cNvPr>
          <p:cNvSpPr>
            <a:spLocks xmlns:a="http://schemas.openxmlformats.org/drawingml/2006/main" noGrp="1"/>
          </p:cNvSpPr>
          <p:nvPr/>
        </p:nvSpPr>
        <p:spPr>
          <a:xfrm xmlns:a="http://schemas.openxmlformats.org/drawingml/2006/main">
            <a:off x="571500" y="400050"/>
            <a:ext cx="11049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150" b="1">
                <a:solidFill>
                  <a:srgbClr val="10283D"/>
                </a:solidFill>
                <a:latin typeface="DejaVu Sans"/>
                <a:ea typeface="DejaVu Sans"/>
                <a:cs typeface="DejaVu Sans"/>
              </a:defRPr>
            </a:defPPr>
            <a:lvl1pPr>
              <a:defRPr sz="3150" b="1">
                <a:solidFill>
                  <a:srgbClr val="10283D"/>
                </a:solidFill>
                <a:latin typeface="DejaVu Sans"/>
                <a:ea typeface="DejaVu Sans"/>
                <a:cs typeface="DejaVu Sans"/>
              </a:defRPr>
            </a:lvl1pPr>
            <a:lvl2pPr>
              <a:defRPr sz="3150" b="1">
                <a:solidFill>
                  <a:srgbClr val="10283D"/>
                </a:solidFill>
                <a:latin typeface="DejaVu Sans"/>
                <a:ea typeface="DejaVu Sans"/>
                <a:cs typeface="DejaVu Sans"/>
              </a:defRPr>
            </a:lvl2pPr>
            <a:lvl3pPr>
              <a:defRPr sz="3150" b="1">
                <a:solidFill>
                  <a:srgbClr val="10283D"/>
                </a:solidFill>
                <a:latin typeface="DejaVu Sans"/>
                <a:ea typeface="DejaVu Sans"/>
                <a:cs typeface="DejaVu Sans"/>
              </a:defRPr>
            </a:lvl3pPr>
            <a:lvl4pPr>
              <a:defRPr sz="3150" b="1">
                <a:solidFill>
                  <a:srgbClr val="10283D"/>
                </a:solidFill>
                <a:latin typeface="DejaVu Sans"/>
                <a:ea typeface="DejaVu Sans"/>
                <a:cs typeface="DejaVu Sans"/>
              </a:defRPr>
            </a:lvl4pPr>
            <a:lvl5pPr>
              <a:defRPr sz="3150" b="1">
                <a:solidFill>
                  <a:srgbClr val="10283D"/>
                </a:solidFill>
                <a:latin typeface="DejaVu Sans"/>
                <a:ea typeface="DejaVu Sans"/>
                <a:cs typeface="DejaVu Sans"/>
              </a:defRPr>
            </a:lvl5pPr>
            <a:lvl6pPr>
              <a:defRPr sz="3150" b="1">
                <a:solidFill>
                  <a:srgbClr val="10283D"/>
                </a:solidFill>
                <a:latin typeface="DejaVu Sans"/>
                <a:ea typeface="DejaVu Sans"/>
                <a:cs typeface="DejaVu Sans"/>
              </a:defRPr>
            </a:lvl6pPr>
            <a:lvl7pPr>
              <a:defRPr sz="3150" b="1">
                <a:solidFill>
                  <a:srgbClr val="10283D"/>
                </a:solidFill>
                <a:latin typeface="DejaVu Sans"/>
                <a:ea typeface="DejaVu Sans"/>
                <a:cs typeface="DejaVu Sans"/>
              </a:defRPr>
            </a:lvl7pPr>
            <a:lvl8pPr>
              <a:defRPr sz="3150" b="1">
                <a:solidFill>
                  <a:srgbClr val="10283D"/>
                </a:solidFill>
                <a:latin typeface="DejaVu Sans"/>
                <a:ea typeface="DejaVu Sans"/>
                <a:cs typeface="DejaVu Sans"/>
              </a:defRPr>
            </a:lvl8pPr>
            <a:lvl9pPr>
              <a:defRPr sz="3150" b="1">
                <a:solidFill>
                  <a:srgbClr val="10283D"/>
                </a:solidFill>
                <a:latin typeface="DejaVu Sans"/>
                <a:ea typeface="DejaVu Sans"/>
                <a:cs typeface="DejaVu Sans"/>
              </a:defRPr>
            </a:lvl9pPr>
          </a:lstStyle>
          <a:p xmlns:a="http://schemas.openxmlformats.org/drawingml/2006/main">
            <a:pPr>
              <a:defRPr sz="3150" b="1">
                <a:solidFill>
                  <a:srgbClr val="10283D"/>
                </a:solidFill>
                <a:latin typeface="DejaVu Sans"/>
                <a:ea typeface="DejaVu Sans"/>
                <a:cs typeface="DejaVu Sans"/>
              </a:defRPr>
            </a:pPr>
            <a:r>
              <a:rPr sz="3150" b="1">
                <a:solidFill>
                  <a:srgbClr val="10283D"/>
                </a:solidFill>
                <a:latin typeface="DejaVu Sans"/>
                <a:ea typeface="DejaVu Sans"/>
                <a:cs typeface="DejaVu Sans"/>
              </a:rPr>
              <a:t>Adapt only from the observable past</a:t>
            </a:r>
          </a:p>
        </p:txBody>
      </p:sp>
      <p:sp>
        <p:nvSpPr>
          <p:cNvPr id="2" name="">
            <a:extLst xmlns:a="http://schemas.openxmlformats.org/drawingml/2006/main">
              <a:ext uri="{FF2B5EF4-FFF2-40B4-BE49-F238E27FC236}">
                <a16:creationId xmlns:a16="http://schemas.microsoft.com/office/drawing/2014/main" id="{31606D2F-EBC7-460A-AA37-7706EAA2674A}"/>
              </a:ext>
            </a:extLst>
          </p:cNvPr>
          <p:cNvSpPr>
            <a:spLocks xmlns:a="http://schemas.openxmlformats.org/drawingml/2006/main" noGrp="1"/>
          </p:cNvSpPr>
          <p:nvPr/>
        </p:nvSpPr>
        <p:spPr>
          <a:xfrm xmlns:a="http://schemas.openxmlformats.org/drawingml/2006/main">
            <a:off x="571500" y="6448425"/>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9717F"/>
                </a:solidFill>
                <a:latin typeface="DejaVu Sans"/>
                <a:ea typeface="DejaVu Sans"/>
                <a:cs typeface="DejaVu Sans"/>
              </a:defRPr>
            </a:defPPr>
            <a:lvl1pPr>
              <a:defRPr sz="1050" b="0">
                <a:solidFill>
                  <a:srgbClr val="59717F"/>
                </a:solidFill>
                <a:latin typeface="DejaVu Sans"/>
                <a:ea typeface="DejaVu Sans"/>
                <a:cs typeface="DejaVu Sans"/>
              </a:defRPr>
            </a:lvl1pPr>
            <a:lvl2pPr>
              <a:defRPr sz="1050" b="0">
                <a:solidFill>
                  <a:srgbClr val="59717F"/>
                </a:solidFill>
                <a:latin typeface="DejaVu Sans"/>
                <a:ea typeface="DejaVu Sans"/>
                <a:cs typeface="DejaVu Sans"/>
              </a:defRPr>
            </a:lvl2pPr>
            <a:lvl3pPr>
              <a:defRPr sz="1050" b="0">
                <a:solidFill>
                  <a:srgbClr val="59717F"/>
                </a:solidFill>
                <a:latin typeface="DejaVu Sans"/>
                <a:ea typeface="DejaVu Sans"/>
                <a:cs typeface="DejaVu Sans"/>
              </a:defRPr>
            </a:lvl3pPr>
            <a:lvl4pPr>
              <a:defRPr sz="1050" b="0">
                <a:solidFill>
                  <a:srgbClr val="59717F"/>
                </a:solidFill>
                <a:latin typeface="DejaVu Sans"/>
                <a:ea typeface="DejaVu Sans"/>
                <a:cs typeface="DejaVu Sans"/>
              </a:defRPr>
            </a:lvl4pPr>
            <a:lvl5pPr>
              <a:defRPr sz="1050" b="0">
                <a:solidFill>
                  <a:srgbClr val="59717F"/>
                </a:solidFill>
                <a:latin typeface="DejaVu Sans"/>
                <a:ea typeface="DejaVu Sans"/>
                <a:cs typeface="DejaVu Sans"/>
              </a:defRPr>
            </a:lvl5pPr>
            <a:lvl6pPr>
              <a:defRPr sz="1050" b="0">
                <a:solidFill>
                  <a:srgbClr val="59717F"/>
                </a:solidFill>
                <a:latin typeface="DejaVu Sans"/>
                <a:ea typeface="DejaVu Sans"/>
                <a:cs typeface="DejaVu Sans"/>
              </a:defRPr>
            </a:lvl6pPr>
            <a:lvl7pPr>
              <a:defRPr sz="1050" b="0">
                <a:solidFill>
                  <a:srgbClr val="59717F"/>
                </a:solidFill>
                <a:latin typeface="DejaVu Sans"/>
                <a:ea typeface="DejaVu Sans"/>
                <a:cs typeface="DejaVu Sans"/>
              </a:defRPr>
            </a:lvl7pPr>
            <a:lvl8pPr>
              <a:defRPr sz="1050" b="0">
                <a:solidFill>
                  <a:srgbClr val="59717F"/>
                </a:solidFill>
                <a:latin typeface="DejaVu Sans"/>
                <a:ea typeface="DejaVu Sans"/>
                <a:cs typeface="DejaVu Sans"/>
              </a:defRPr>
            </a:lvl8pPr>
            <a:lvl9pPr>
              <a:defRPr sz="1050" b="0">
                <a:solidFill>
                  <a:srgbClr val="59717F"/>
                </a:solidFill>
                <a:latin typeface="DejaVu Sans"/>
                <a:ea typeface="DejaVu Sans"/>
                <a:cs typeface="DejaVu Sans"/>
              </a:defRPr>
            </a:lvl9pPr>
          </a:lstStyle>
          <a:p xmlns:a="http://schemas.openxmlformats.org/drawingml/2006/main">
            <a:pPr>
              <a:defRPr sz="1050" b="0">
                <a:solidFill>
                  <a:srgbClr val="59717F"/>
                </a:solidFill>
                <a:latin typeface="DejaVu Sans"/>
                <a:ea typeface="DejaVu Sans"/>
                <a:cs typeface="DejaVu Sans"/>
              </a:defRPr>
            </a:pPr>
            <a:r>
              <a:rPr sz="1050" b="0">
                <a:solidFill>
                  <a:srgbClr val="59717F"/>
                </a:solidFill>
                <a:latin typeface="DejaVu Sans"/>
                <a:ea typeface="DejaVu Sans"/>
                <a:cs typeface="DejaVu Sans"/>
              </a:rPr>
              <a:t>TEAM PRODUCT  /  IIT KANPUR</a:t>
            </a:r>
          </a:p>
        </p:txBody>
      </p:sp>
      <p:sp>
        <p:nvSpPr>
          <p:cNvPr id="3" name="">
            <a:extLst xmlns:a="http://schemas.openxmlformats.org/drawingml/2006/main">
              <a:ext uri="{FF2B5EF4-FFF2-40B4-BE49-F238E27FC236}">
                <a16:creationId xmlns:a16="http://schemas.microsoft.com/office/drawing/2014/main" id="{81FA7135-26FC-49DE-8BA8-117D5031FDC0}"/>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9717F"/>
                </a:solidFill>
                <a:latin typeface="DejaVu Sans"/>
                <a:ea typeface="DejaVu Sans"/>
                <a:cs typeface="DejaVu Sans"/>
              </a:defRPr>
            </a:defPPr>
            <a:lvl1pPr>
              <a:defRPr sz="1050" b="0">
                <a:solidFill>
                  <a:srgbClr val="59717F"/>
                </a:solidFill>
                <a:latin typeface="DejaVu Sans"/>
                <a:ea typeface="DejaVu Sans"/>
                <a:cs typeface="DejaVu Sans"/>
              </a:defRPr>
            </a:lvl1pPr>
            <a:lvl2pPr>
              <a:defRPr sz="1050" b="0">
                <a:solidFill>
                  <a:srgbClr val="59717F"/>
                </a:solidFill>
                <a:latin typeface="DejaVu Sans"/>
                <a:ea typeface="DejaVu Sans"/>
                <a:cs typeface="DejaVu Sans"/>
              </a:defRPr>
            </a:lvl2pPr>
            <a:lvl3pPr>
              <a:defRPr sz="1050" b="0">
                <a:solidFill>
                  <a:srgbClr val="59717F"/>
                </a:solidFill>
                <a:latin typeface="DejaVu Sans"/>
                <a:ea typeface="DejaVu Sans"/>
                <a:cs typeface="DejaVu Sans"/>
              </a:defRPr>
            </a:lvl3pPr>
            <a:lvl4pPr>
              <a:defRPr sz="1050" b="0">
                <a:solidFill>
                  <a:srgbClr val="59717F"/>
                </a:solidFill>
                <a:latin typeface="DejaVu Sans"/>
                <a:ea typeface="DejaVu Sans"/>
                <a:cs typeface="DejaVu Sans"/>
              </a:defRPr>
            </a:lvl4pPr>
            <a:lvl5pPr>
              <a:defRPr sz="1050" b="0">
                <a:solidFill>
                  <a:srgbClr val="59717F"/>
                </a:solidFill>
                <a:latin typeface="DejaVu Sans"/>
                <a:ea typeface="DejaVu Sans"/>
                <a:cs typeface="DejaVu Sans"/>
              </a:defRPr>
            </a:lvl5pPr>
            <a:lvl6pPr>
              <a:defRPr sz="1050" b="0">
                <a:solidFill>
                  <a:srgbClr val="59717F"/>
                </a:solidFill>
                <a:latin typeface="DejaVu Sans"/>
                <a:ea typeface="DejaVu Sans"/>
                <a:cs typeface="DejaVu Sans"/>
              </a:defRPr>
            </a:lvl6pPr>
            <a:lvl7pPr>
              <a:defRPr sz="1050" b="0">
                <a:solidFill>
                  <a:srgbClr val="59717F"/>
                </a:solidFill>
                <a:latin typeface="DejaVu Sans"/>
                <a:ea typeface="DejaVu Sans"/>
                <a:cs typeface="DejaVu Sans"/>
              </a:defRPr>
            </a:lvl7pPr>
            <a:lvl8pPr>
              <a:defRPr sz="1050" b="0">
                <a:solidFill>
                  <a:srgbClr val="59717F"/>
                </a:solidFill>
                <a:latin typeface="DejaVu Sans"/>
                <a:ea typeface="DejaVu Sans"/>
                <a:cs typeface="DejaVu Sans"/>
              </a:defRPr>
            </a:lvl8pPr>
            <a:lvl9pPr>
              <a:defRPr sz="1050" b="0">
                <a:solidFill>
                  <a:srgbClr val="59717F"/>
                </a:solidFill>
                <a:latin typeface="DejaVu Sans"/>
                <a:ea typeface="DejaVu Sans"/>
                <a:cs typeface="DejaVu Sans"/>
              </a:defRPr>
            </a:lvl9pPr>
          </a:lstStyle>
          <a:p xmlns:a="http://schemas.openxmlformats.org/drawingml/2006/main">
            <a:pPr>
              <a:defRPr sz="1050" b="0">
                <a:solidFill>
                  <a:srgbClr val="59717F"/>
                </a:solidFill>
                <a:latin typeface="DejaVu Sans"/>
                <a:ea typeface="DejaVu Sans"/>
                <a:cs typeface="DejaVu Sans"/>
              </a:defRPr>
            </a:pPr>
            <a:r>
              <a:rPr sz="1050" b="0">
                <a:solidFill>
                  <a:srgbClr val="59717F"/>
                </a:solidFill>
                <a:latin typeface="DejaVu Sans"/>
                <a:ea typeface="DejaVu Sans"/>
                <a:cs typeface="DejaVu Sans"/>
              </a:rPr>
              <a:t>05</a:t>
            </a:r>
          </a:p>
        </p:txBody>
      </p:sp>
      <p:sp>
        <p:nvSpPr>
          <p:cNvPr id="4" name="">
            <a:extLst xmlns:a="http://schemas.openxmlformats.org/drawingml/2006/main">
              <a:ext uri="{FF2B5EF4-FFF2-40B4-BE49-F238E27FC236}">
                <a16:creationId xmlns:a16="http://schemas.microsoft.com/office/drawing/2014/main" id="{7A694A8C-FF15-401C-8B87-C6FF92C87AFF}"/>
              </a:ext>
            </a:extLst>
          </p:cNvPr>
          <p:cNvSpPr>
            <a:spLocks xmlns:a="http://schemas.openxmlformats.org/drawingml/2006/main" noGrp="1"/>
          </p:cNvSpPr>
          <p:nvPr/>
        </p:nvSpPr>
        <p:spPr>
          <a:xfrm xmlns:a="http://schemas.openxmlformats.org/drawingml/2006/main">
            <a:off x="571500" y="1809750"/>
            <a:ext cx="285750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DCE5E8"/>
            </a:solidFill>
            <a:prstDash val="solid"/>
          </a:ln>
        </p:spPr>
        <p:txBody>
          <a:bodyPr xmlns:a="http://schemas.openxmlformats.org/drawingml/2006/main" lIns="114300" tIns="114300" rIns="114300" bIns="114300" anchor="ctr"/>
          <a:lstStyle xmlns:a="http://schemas.openxmlformats.org/drawingml/2006/main">
            <a:defPPr algn="ctr">
              <a:defRPr sz="1725" b="0">
                <a:solidFill>
                  <a:srgbClr val="10283D"/>
                </a:solidFill>
                <a:latin typeface="DejaVu Sans"/>
                <a:ea typeface="DejaVu Sans"/>
                <a:cs typeface="DejaVu Sans"/>
              </a:defRPr>
            </a:defPPr>
            <a:lvl1pPr algn="ctr">
              <a:defRPr sz="1725" b="0">
                <a:solidFill>
                  <a:srgbClr val="10283D"/>
                </a:solidFill>
                <a:latin typeface="DejaVu Sans"/>
                <a:ea typeface="DejaVu Sans"/>
                <a:cs typeface="DejaVu Sans"/>
              </a:defRPr>
            </a:lvl1pPr>
            <a:lvl2pPr algn="ctr">
              <a:defRPr sz="1725" b="0">
                <a:solidFill>
                  <a:srgbClr val="10283D"/>
                </a:solidFill>
                <a:latin typeface="DejaVu Sans"/>
                <a:ea typeface="DejaVu Sans"/>
                <a:cs typeface="DejaVu Sans"/>
              </a:defRPr>
            </a:lvl2pPr>
            <a:lvl3pPr algn="ctr">
              <a:defRPr sz="1725" b="0">
                <a:solidFill>
                  <a:srgbClr val="10283D"/>
                </a:solidFill>
                <a:latin typeface="DejaVu Sans"/>
                <a:ea typeface="DejaVu Sans"/>
                <a:cs typeface="DejaVu Sans"/>
              </a:defRPr>
            </a:lvl3pPr>
            <a:lvl4pPr algn="ctr">
              <a:defRPr sz="1725" b="0">
                <a:solidFill>
                  <a:srgbClr val="10283D"/>
                </a:solidFill>
                <a:latin typeface="DejaVu Sans"/>
                <a:ea typeface="DejaVu Sans"/>
                <a:cs typeface="DejaVu Sans"/>
              </a:defRPr>
            </a:lvl4pPr>
            <a:lvl5pPr algn="ctr">
              <a:defRPr sz="1725" b="0">
                <a:solidFill>
                  <a:srgbClr val="10283D"/>
                </a:solidFill>
                <a:latin typeface="DejaVu Sans"/>
                <a:ea typeface="DejaVu Sans"/>
                <a:cs typeface="DejaVu Sans"/>
              </a:defRPr>
            </a:lvl5pPr>
            <a:lvl6pPr algn="ctr">
              <a:defRPr sz="1725" b="0">
                <a:solidFill>
                  <a:srgbClr val="10283D"/>
                </a:solidFill>
                <a:latin typeface="DejaVu Sans"/>
                <a:ea typeface="DejaVu Sans"/>
                <a:cs typeface="DejaVu Sans"/>
              </a:defRPr>
            </a:lvl6pPr>
            <a:lvl7pPr algn="ctr">
              <a:defRPr sz="1725" b="0">
                <a:solidFill>
                  <a:srgbClr val="10283D"/>
                </a:solidFill>
                <a:latin typeface="DejaVu Sans"/>
                <a:ea typeface="DejaVu Sans"/>
                <a:cs typeface="DejaVu Sans"/>
              </a:defRPr>
            </a:lvl7pPr>
            <a:lvl8pPr algn="ctr">
              <a:defRPr sz="1725" b="0">
                <a:solidFill>
                  <a:srgbClr val="10283D"/>
                </a:solidFill>
                <a:latin typeface="DejaVu Sans"/>
                <a:ea typeface="DejaVu Sans"/>
                <a:cs typeface="DejaVu Sans"/>
              </a:defRPr>
            </a:lvl8pPr>
            <a:lvl9pPr algn="ctr">
              <a:defRPr sz="1725" b="0">
                <a:solidFill>
                  <a:srgbClr val="10283D"/>
                </a:solidFill>
                <a:latin typeface="DejaVu Sans"/>
                <a:ea typeface="DejaVu Sans"/>
                <a:cs typeface="DejaVu Sans"/>
              </a:defRPr>
            </a:lvl9pPr>
          </a:lstStyle>
          <a:p xmlns:a="http://schemas.openxmlformats.org/drawingml/2006/main">
            <a:pPr algn="ctr">
              <a:defRPr sz="1725" b="0">
                <a:solidFill>
                  <a:srgbClr val="10283D"/>
                </a:solidFill>
                <a:latin typeface="DejaVu Sans"/>
                <a:ea typeface="DejaVu Sans"/>
                <a:cs typeface="DejaVu Sans"/>
              </a:defRPr>
            </a:pPr>
            <a:r>
              <a:rPr sz="1725" b="0">
                <a:solidFill>
                  <a:srgbClr val="10283D"/>
                </a:solidFill>
                <a:latin typeface="DejaVu Sans"/>
                <a:ea typeface="DejaVu Sans"/>
                <a:cs typeface="DejaVu Sans"/>
              </a:rPr>
              <a:t>Issue forecast</a:t>
            </a:r>
          </a:p>
          <a:p xmlns:a="http://schemas.openxmlformats.org/drawingml/2006/main">
            <a:pPr algn="ctr">
              <a:defRPr sz="1725" b="0">
                <a:solidFill>
                  <a:srgbClr val="10283D"/>
                </a:solidFill>
                <a:latin typeface="DejaVu Sans"/>
                <a:ea typeface="DejaVu Sans"/>
                <a:cs typeface="DejaVu Sans"/>
              </a:defRPr>
            </a:pPr>
            <a:r>
              <a:rPr sz="1725" b="0">
                <a:solidFill>
                  <a:srgbClr val="10283D"/>
                </a:solidFill>
                <a:latin typeface="DejaVu Sans"/>
                <a:ea typeface="DejaVu Sans"/>
                <a:cs typeface="DejaVu Sans"/>
              </a:rPr>
              <a:t>at time t</a:t>
            </a:r>
          </a:p>
        </p:txBody>
      </p:sp>
      <p:sp>
        <p:nvSpPr>
          <p:cNvPr id="5" name="">
            <a:extLst xmlns:a="http://schemas.openxmlformats.org/drawingml/2006/main">
              <a:ext uri="{FF2B5EF4-FFF2-40B4-BE49-F238E27FC236}">
                <a16:creationId xmlns:a16="http://schemas.microsoft.com/office/drawing/2014/main" id="{D2BDE63F-0A62-49BA-AF52-D3351665AC67}"/>
              </a:ext>
            </a:extLst>
          </p:cNvPr>
          <p:cNvSpPr>
            <a:spLocks xmlns:a="http://schemas.openxmlformats.org/drawingml/2006/main" noGrp="1"/>
          </p:cNvSpPr>
          <p:nvPr/>
        </p:nvSpPr>
        <p:spPr>
          <a:xfrm xmlns:a="http://schemas.openxmlformats.org/drawingml/2006/main">
            <a:off x="4667250" y="1809750"/>
            <a:ext cx="285750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DCE5E8"/>
            </a:solidFill>
            <a:prstDash val="solid"/>
          </a:ln>
        </p:spPr>
        <p:txBody>
          <a:bodyPr xmlns:a="http://schemas.openxmlformats.org/drawingml/2006/main" lIns="114300" tIns="114300" rIns="114300" bIns="114300" anchor="ctr"/>
          <a:lstStyle xmlns:a="http://schemas.openxmlformats.org/drawingml/2006/main">
            <a:defPPr algn="ctr">
              <a:defRPr sz="1725" b="0">
                <a:solidFill>
                  <a:srgbClr val="10283D"/>
                </a:solidFill>
                <a:latin typeface="DejaVu Sans"/>
                <a:ea typeface="DejaVu Sans"/>
                <a:cs typeface="DejaVu Sans"/>
              </a:defRPr>
            </a:defPPr>
            <a:lvl1pPr algn="ctr">
              <a:defRPr sz="1725" b="0">
                <a:solidFill>
                  <a:srgbClr val="10283D"/>
                </a:solidFill>
                <a:latin typeface="DejaVu Sans"/>
                <a:ea typeface="DejaVu Sans"/>
                <a:cs typeface="DejaVu Sans"/>
              </a:defRPr>
            </a:lvl1pPr>
            <a:lvl2pPr algn="ctr">
              <a:defRPr sz="1725" b="0">
                <a:solidFill>
                  <a:srgbClr val="10283D"/>
                </a:solidFill>
                <a:latin typeface="DejaVu Sans"/>
                <a:ea typeface="DejaVu Sans"/>
                <a:cs typeface="DejaVu Sans"/>
              </a:defRPr>
            </a:lvl2pPr>
            <a:lvl3pPr algn="ctr">
              <a:defRPr sz="1725" b="0">
                <a:solidFill>
                  <a:srgbClr val="10283D"/>
                </a:solidFill>
                <a:latin typeface="DejaVu Sans"/>
                <a:ea typeface="DejaVu Sans"/>
                <a:cs typeface="DejaVu Sans"/>
              </a:defRPr>
            </a:lvl3pPr>
            <a:lvl4pPr algn="ctr">
              <a:defRPr sz="1725" b="0">
                <a:solidFill>
                  <a:srgbClr val="10283D"/>
                </a:solidFill>
                <a:latin typeface="DejaVu Sans"/>
                <a:ea typeface="DejaVu Sans"/>
                <a:cs typeface="DejaVu Sans"/>
              </a:defRPr>
            </a:lvl4pPr>
            <a:lvl5pPr algn="ctr">
              <a:defRPr sz="1725" b="0">
                <a:solidFill>
                  <a:srgbClr val="10283D"/>
                </a:solidFill>
                <a:latin typeface="DejaVu Sans"/>
                <a:ea typeface="DejaVu Sans"/>
                <a:cs typeface="DejaVu Sans"/>
              </a:defRPr>
            </a:lvl5pPr>
            <a:lvl6pPr algn="ctr">
              <a:defRPr sz="1725" b="0">
                <a:solidFill>
                  <a:srgbClr val="10283D"/>
                </a:solidFill>
                <a:latin typeface="DejaVu Sans"/>
                <a:ea typeface="DejaVu Sans"/>
                <a:cs typeface="DejaVu Sans"/>
              </a:defRPr>
            </a:lvl6pPr>
            <a:lvl7pPr algn="ctr">
              <a:defRPr sz="1725" b="0">
                <a:solidFill>
                  <a:srgbClr val="10283D"/>
                </a:solidFill>
                <a:latin typeface="DejaVu Sans"/>
                <a:ea typeface="DejaVu Sans"/>
                <a:cs typeface="DejaVu Sans"/>
              </a:defRPr>
            </a:lvl7pPr>
            <a:lvl8pPr algn="ctr">
              <a:defRPr sz="1725" b="0">
                <a:solidFill>
                  <a:srgbClr val="10283D"/>
                </a:solidFill>
                <a:latin typeface="DejaVu Sans"/>
                <a:ea typeface="DejaVu Sans"/>
                <a:cs typeface="DejaVu Sans"/>
              </a:defRPr>
            </a:lvl8pPr>
            <a:lvl9pPr algn="ctr">
              <a:defRPr sz="1725" b="0">
                <a:solidFill>
                  <a:srgbClr val="10283D"/>
                </a:solidFill>
                <a:latin typeface="DejaVu Sans"/>
                <a:ea typeface="DejaVu Sans"/>
                <a:cs typeface="DejaVu Sans"/>
              </a:defRPr>
            </a:lvl9pPr>
          </a:lstStyle>
          <a:p xmlns:a="http://schemas.openxmlformats.org/drawingml/2006/main">
            <a:pPr algn="ctr">
              <a:defRPr sz="1725" b="0">
                <a:solidFill>
                  <a:srgbClr val="10283D"/>
                </a:solidFill>
                <a:latin typeface="DejaVu Sans"/>
                <a:ea typeface="DejaVu Sans"/>
                <a:cs typeface="DejaVu Sans"/>
              </a:defRPr>
            </a:pPr>
            <a:r>
              <a:rPr sz="1725" b="0">
                <a:solidFill>
                  <a:srgbClr val="10283D"/>
                </a:solidFill>
                <a:latin typeface="DejaVu Sans"/>
                <a:ea typeface="DejaVu Sans"/>
                <a:cs typeface="DejaVu Sans"/>
              </a:rPr>
              <a:t>Target occurs</a:t>
            </a:r>
          </a:p>
          <a:p xmlns:a="http://schemas.openxmlformats.org/drawingml/2006/main">
            <a:pPr algn="ctr">
              <a:defRPr sz="1725" b="0">
                <a:solidFill>
                  <a:srgbClr val="10283D"/>
                </a:solidFill>
                <a:latin typeface="DejaVu Sans"/>
                <a:ea typeface="DejaVu Sans"/>
                <a:cs typeface="DejaVu Sans"/>
              </a:defRPr>
            </a:pPr>
            <a:r>
              <a:rPr sz="1725" b="0">
                <a:solidFill>
                  <a:srgbClr val="10283D"/>
                </a:solidFill>
                <a:latin typeface="DejaVu Sans"/>
                <a:ea typeface="DejaVu Sans"/>
                <a:cs typeface="DejaVu Sans"/>
              </a:rPr>
              <a:t>at t + horizon</a:t>
            </a:r>
          </a:p>
        </p:txBody>
      </p:sp>
      <p:sp>
        <p:nvSpPr>
          <p:cNvPr id="6" name="">
            <a:extLst xmlns:a="http://schemas.openxmlformats.org/drawingml/2006/main">
              <a:ext uri="{FF2B5EF4-FFF2-40B4-BE49-F238E27FC236}">
                <a16:creationId xmlns:a16="http://schemas.microsoft.com/office/drawing/2014/main" id="{9674734E-6E9D-40DA-825D-7F2F627A41E3}"/>
              </a:ext>
            </a:extLst>
          </p:cNvPr>
          <p:cNvSpPr>
            <a:spLocks xmlns:a="http://schemas.openxmlformats.org/drawingml/2006/main" noGrp="1"/>
          </p:cNvSpPr>
          <p:nvPr/>
        </p:nvSpPr>
        <p:spPr>
          <a:xfrm xmlns:a="http://schemas.openxmlformats.org/drawingml/2006/main">
            <a:off x="8763000" y="1809750"/>
            <a:ext cx="285750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DCE5E8"/>
            </a:solidFill>
            <a:prstDash val="solid"/>
          </a:ln>
        </p:spPr>
        <p:txBody>
          <a:bodyPr xmlns:a="http://schemas.openxmlformats.org/drawingml/2006/main" lIns="114300" tIns="114300" rIns="114300" bIns="114300" anchor="ctr"/>
          <a:lstStyle xmlns:a="http://schemas.openxmlformats.org/drawingml/2006/main">
            <a:defPPr algn="ctr">
              <a:defRPr sz="1725" b="0">
                <a:solidFill>
                  <a:srgbClr val="10283D"/>
                </a:solidFill>
                <a:latin typeface="DejaVu Sans"/>
                <a:ea typeface="DejaVu Sans"/>
                <a:cs typeface="DejaVu Sans"/>
              </a:defRPr>
            </a:defPPr>
            <a:lvl1pPr algn="ctr">
              <a:defRPr sz="1725" b="0">
                <a:solidFill>
                  <a:srgbClr val="10283D"/>
                </a:solidFill>
                <a:latin typeface="DejaVu Sans"/>
                <a:ea typeface="DejaVu Sans"/>
                <a:cs typeface="DejaVu Sans"/>
              </a:defRPr>
            </a:lvl1pPr>
            <a:lvl2pPr algn="ctr">
              <a:defRPr sz="1725" b="0">
                <a:solidFill>
                  <a:srgbClr val="10283D"/>
                </a:solidFill>
                <a:latin typeface="DejaVu Sans"/>
                <a:ea typeface="DejaVu Sans"/>
                <a:cs typeface="DejaVu Sans"/>
              </a:defRPr>
            </a:lvl2pPr>
            <a:lvl3pPr algn="ctr">
              <a:defRPr sz="1725" b="0">
                <a:solidFill>
                  <a:srgbClr val="10283D"/>
                </a:solidFill>
                <a:latin typeface="DejaVu Sans"/>
                <a:ea typeface="DejaVu Sans"/>
                <a:cs typeface="DejaVu Sans"/>
              </a:defRPr>
            </a:lvl3pPr>
            <a:lvl4pPr algn="ctr">
              <a:defRPr sz="1725" b="0">
                <a:solidFill>
                  <a:srgbClr val="10283D"/>
                </a:solidFill>
                <a:latin typeface="DejaVu Sans"/>
                <a:ea typeface="DejaVu Sans"/>
                <a:cs typeface="DejaVu Sans"/>
              </a:defRPr>
            </a:lvl4pPr>
            <a:lvl5pPr algn="ctr">
              <a:defRPr sz="1725" b="0">
                <a:solidFill>
                  <a:srgbClr val="10283D"/>
                </a:solidFill>
                <a:latin typeface="DejaVu Sans"/>
                <a:ea typeface="DejaVu Sans"/>
                <a:cs typeface="DejaVu Sans"/>
              </a:defRPr>
            </a:lvl5pPr>
            <a:lvl6pPr algn="ctr">
              <a:defRPr sz="1725" b="0">
                <a:solidFill>
                  <a:srgbClr val="10283D"/>
                </a:solidFill>
                <a:latin typeface="DejaVu Sans"/>
                <a:ea typeface="DejaVu Sans"/>
                <a:cs typeface="DejaVu Sans"/>
              </a:defRPr>
            </a:lvl6pPr>
            <a:lvl7pPr algn="ctr">
              <a:defRPr sz="1725" b="0">
                <a:solidFill>
                  <a:srgbClr val="10283D"/>
                </a:solidFill>
                <a:latin typeface="DejaVu Sans"/>
                <a:ea typeface="DejaVu Sans"/>
                <a:cs typeface="DejaVu Sans"/>
              </a:defRPr>
            </a:lvl7pPr>
            <a:lvl8pPr algn="ctr">
              <a:defRPr sz="1725" b="0">
                <a:solidFill>
                  <a:srgbClr val="10283D"/>
                </a:solidFill>
                <a:latin typeface="DejaVu Sans"/>
                <a:ea typeface="DejaVu Sans"/>
                <a:cs typeface="DejaVu Sans"/>
              </a:defRPr>
            </a:lvl8pPr>
            <a:lvl9pPr algn="ctr">
              <a:defRPr sz="1725" b="0">
                <a:solidFill>
                  <a:srgbClr val="10283D"/>
                </a:solidFill>
                <a:latin typeface="DejaVu Sans"/>
                <a:ea typeface="DejaVu Sans"/>
                <a:cs typeface="DejaVu Sans"/>
              </a:defRPr>
            </a:lvl9pPr>
          </a:lstStyle>
          <a:p xmlns:a="http://schemas.openxmlformats.org/drawingml/2006/main">
            <a:pPr algn="ctr">
              <a:defRPr sz="1725" b="0">
                <a:solidFill>
                  <a:srgbClr val="10283D"/>
                </a:solidFill>
                <a:latin typeface="DejaVu Sans"/>
                <a:ea typeface="DejaVu Sans"/>
                <a:cs typeface="DejaVu Sans"/>
              </a:defRPr>
            </a:pPr>
            <a:r>
              <a:rPr sz="1725" b="0">
                <a:solidFill>
                  <a:srgbClr val="10283D"/>
                </a:solidFill>
                <a:latin typeface="DejaVu Sans"/>
                <a:ea typeface="DejaVu Sans"/>
                <a:cs typeface="DejaVu Sans"/>
              </a:rPr>
              <a:t>Outcome is available</a:t>
            </a:r>
          </a:p>
          <a:p xmlns:a="http://schemas.openxmlformats.org/drawingml/2006/main">
            <a:pPr algn="ctr">
              <a:defRPr sz="1725" b="0">
                <a:solidFill>
                  <a:srgbClr val="10283D"/>
                </a:solidFill>
                <a:latin typeface="DejaVu Sans"/>
                <a:ea typeface="DejaVu Sans"/>
                <a:cs typeface="DejaVu Sans"/>
              </a:defRPr>
            </a:pPr>
            <a:r>
              <a:rPr sz="1725" b="0">
                <a:solidFill>
                  <a:srgbClr val="10283D"/>
                </a:solidFill>
                <a:latin typeface="DejaVu Sans"/>
                <a:ea typeface="DejaVu Sans"/>
                <a:cs typeface="DejaVu Sans"/>
              </a:rPr>
              <a:t>at t + horizon + 15 min</a:t>
            </a:r>
          </a:p>
        </p:txBody>
      </p:sp>
      <p:sp>
        <p:nvSpPr>
          <p:cNvPr id="9" name="">
            <a:extLst xmlns:a="http://schemas.openxmlformats.org/drawingml/2006/main">
              <a:ext uri="{FF2B5EF4-FFF2-40B4-BE49-F238E27FC236}">
                <a16:creationId xmlns:a16="http://schemas.microsoft.com/office/drawing/2014/main" id="{9C76CF14-68DF-4588-A619-53A856A798F4}"/>
              </a:ext>
            </a:extLst>
          </p:cNvPr>
          <p:cNvSpPr>
            <a:spLocks xmlns:a="http://schemas.openxmlformats.org/drawingml/2006/main" noGrp="1"/>
          </p:cNvSpPr>
          <p:nvPr/>
        </p:nvSpPr>
        <p:spPr>
          <a:xfrm xmlns:a="http://schemas.openxmlformats.org/drawingml/2006/main">
            <a:off x="571500" y="3429000"/>
            <a:ext cx="11049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087F8C"/>
                </a:solidFill>
                <a:latin typeface="DejaVu Sans"/>
                <a:ea typeface="DejaVu Sans"/>
                <a:cs typeface="DejaVu Sans"/>
              </a:defRPr>
            </a:defPPr>
            <a:lvl1pPr>
              <a:defRPr sz="1950" b="1">
                <a:solidFill>
                  <a:srgbClr val="087F8C"/>
                </a:solidFill>
                <a:latin typeface="DejaVu Sans"/>
                <a:ea typeface="DejaVu Sans"/>
                <a:cs typeface="DejaVu Sans"/>
              </a:defRPr>
            </a:lvl1pPr>
            <a:lvl2pPr>
              <a:defRPr sz="1950" b="1">
                <a:solidFill>
                  <a:srgbClr val="087F8C"/>
                </a:solidFill>
                <a:latin typeface="DejaVu Sans"/>
                <a:ea typeface="DejaVu Sans"/>
                <a:cs typeface="DejaVu Sans"/>
              </a:defRPr>
            </a:lvl2pPr>
            <a:lvl3pPr>
              <a:defRPr sz="1950" b="1">
                <a:solidFill>
                  <a:srgbClr val="087F8C"/>
                </a:solidFill>
                <a:latin typeface="DejaVu Sans"/>
                <a:ea typeface="DejaVu Sans"/>
                <a:cs typeface="DejaVu Sans"/>
              </a:defRPr>
            </a:lvl3pPr>
            <a:lvl4pPr>
              <a:defRPr sz="1950" b="1">
                <a:solidFill>
                  <a:srgbClr val="087F8C"/>
                </a:solidFill>
                <a:latin typeface="DejaVu Sans"/>
                <a:ea typeface="DejaVu Sans"/>
                <a:cs typeface="DejaVu Sans"/>
              </a:defRPr>
            </a:lvl4pPr>
            <a:lvl5pPr>
              <a:defRPr sz="1950" b="1">
                <a:solidFill>
                  <a:srgbClr val="087F8C"/>
                </a:solidFill>
                <a:latin typeface="DejaVu Sans"/>
                <a:ea typeface="DejaVu Sans"/>
                <a:cs typeface="DejaVu Sans"/>
              </a:defRPr>
            </a:lvl5pPr>
            <a:lvl6pPr>
              <a:defRPr sz="1950" b="1">
                <a:solidFill>
                  <a:srgbClr val="087F8C"/>
                </a:solidFill>
                <a:latin typeface="DejaVu Sans"/>
                <a:ea typeface="DejaVu Sans"/>
                <a:cs typeface="DejaVu Sans"/>
              </a:defRPr>
            </a:lvl6pPr>
            <a:lvl7pPr>
              <a:defRPr sz="1950" b="1">
                <a:solidFill>
                  <a:srgbClr val="087F8C"/>
                </a:solidFill>
                <a:latin typeface="DejaVu Sans"/>
                <a:ea typeface="DejaVu Sans"/>
                <a:cs typeface="DejaVu Sans"/>
              </a:defRPr>
            </a:lvl7pPr>
            <a:lvl8pPr>
              <a:defRPr sz="1950" b="1">
                <a:solidFill>
                  <a:srgbClr val="087F8C"/>
                </a:solidFill>
                <a:latin typeface="DejaVu Sans"/>
                <a:ea typeface="DejaVu Sans"/>
                <a:cs typeface="DejaVu Sans"/>
              </a:defRPr>
            </a:lvl8pPr>
            <a:lvl9pPr>
              <a:defRPr sz="1950" b="1">
                <a:solidFill>
                  <a:srgbClr val="087F8C"/>
                </a:solidFill>
                <a:latin typeface="DejaVu Sans"/>
                <a:ea typeface="DejaVu Sans"/>
                <a:cs typeface="DejaVu Sans"/>
              </a:defRPr>
            </a:lvl9pPr>
          </a:lstStyle>
          <a:p xmlns:a="http://schemas.openxmlformats.org/drawingml/2006/main">
            <a:pPr>
              <a:defRPr sz="1950" b="1">
                <a:solidFill>
                  <a:srgbClr val="087F8C"/>
                </a:solidFill>
                <a:latin typeface="DejaVu Sans"/>
                <a:ea typeface="DejaVu Sans"/>
                <a:cs typeface="DejaVu Sans"/>
              </a:defRPr>
            </a:pPr>
            <a:r>
              <a:rPr sz="1950" b="1">
                <a:solidFill>
                  <a:srgbClr val="087F8C"/>
                </a:solidFill>
                <a:latin typeface="DejaVu Sans"/>
                <a:ea typeface="DejaVu Sans"/>
                <a:cs typeface="DejaVu Sans"/>
              </a:rPr>
              <a:t>No future feedback</a:t>
            </a:r>
          </a:p>
        </p:txBody>
      </p:sp>
      <p:sp>
        <p:nvSpPr>
          <p:cNvPr id="10" name="">
            <a:extLst xmlns:a="http://schemas.openxmlformats.org/drawingml/2006/main">
              <a:ext uri="{FF2B5EF4-FFF2-40B4-BE49-F238E27FC236}">
                <a16:creationId xmlns:a16="http://schemas.microsoft.com/office/drawing/2014/main" id="{85939D0C-B237-4BAE-8E82-D66CCA62F7E0}"/>
              </a:ext>
            </a:extLst>
          </p:cNvPr>
          <p:cNvSpPr>
            <a:spLocks xmlns:a="http://schemas.openxmlformats.org/drawingml/2006/main" noGrp="1"/>
          </p:cNvSpPr>
          <p:nvPr/>
        </p:nvSpPr>
        <p:spPr>
          <a:xfrm xmlns:a="http://schemas.openxmlformats.org/drawingml/2006/main">
            <a:off x="571500" y="37909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59717F"/>
                </a:solidFill>
                <a:latin typeface="DejaVu Sans"/>
                <a:ea typeface="DejaVu Sans"/>
                <a:cs typeface="DejaVu Sans"/>
              </a:defRPr>
            </a:defPPr>
            <a:lvl1pPr>
              <a:defRPr sz="1650" b="0">
                <a:solidFill>
                  <a:srgbClr val="59717F"/>
                </a:solidFill>
                <a:latin typeface="DejaVu Sans"/>
                <a:ea typeface="DejaVu Sans"/>
                <a:cs typeface="DejaVu Sans"/>
              </a:defRPr>
            </a:lvl1pPr>
            <a:lvl2pPr>
              <a:defRPr sz="1650" b="0">
                <a:solidFill>
                  <a:srgbClr val="59717F"/>
                </a:solidFill>
                <a:latin typeface="DejaVu Sans"/>
                <a:ea typeface="DejaVu Sans"/>
                <a:cs typeface="DejaVu Sans"/>
              </a:defRPr>
            </a:lvl2pPr>
            <a:lvl3pPr>
              <a:defRPr sz="1650" b="0">
                <a:solidFill>
                  <a:srgbClr val="59717F"/>
                </a:solidFill>
                <a:latin typeface="DejaVu Sans"/>
                <a:ea typeface="DejaVu Sans"/>
                <a:cs typeface="DejaVu Sans"/>
              </a:defRPr>
            </a:lvl3pPr>
            <a:lvl4pPr>
              <a:defRPr sz="1650" b="0">
                <a:solidFill>
                  <a:srgbClr val="59717F"/>
                </a:solidFill>
                <a:latin typeface="DejaVu Sans"/>
                <a:ea typeface="DejaVu Sans"/>
                <a:cs typeface="DejaVu Sans"/>
              </a:defRPr>
            </a:lvl4pPr>
            <a:lvl5pPr>
              <a:defRPr sz="1650" b="0">
                <a:solidFill>
                  <a:srgbClr val="59717F"/>
                </a:solidFill>
                <a:latin typeface="DejaVu Sans"/>
                <a:ea typeface="DejaVu Sans"/>
                <a:cs typeface="DejaVu Sans"/>
              </a:defRPr>
            </a:lvl5pPr>
            <a:lvl6pPr>
              <a:defRPr sz="1650" b="0">
                <a:solidFill>
                  <a:srgbClr val="59717F"/>
                </a:solidFill>
                <a:latin typeface="DejaVu Sans"/>
                <a:ea typeface="DejaVu Sans"/>
                <a:cs typeface="DejaVu Sans"/>
              </a:defRPr>
            </a:lvl6pPr>
            <a:lvl7pPr>
              <a:defRPr sz="1650" b="0">
                <a:solidFill>
                  <a:srgbClr val="59717F"/>
                </a:solidFill>
                <a:latin typeface="DejaVu Sans"/>
                <a:ea typeface="DejaVu Sans"/>
                <a:cs typeface="DejaVu Sans"/>
              </a:defRPr>
            </a:lvl7pPr>
            <a:lvl8pPr>
              <a:defRPr sz="1650" b="0">
                <a:solidFill>
                  <a:srgbClr val="59717F"/>
                </a:solidFill>
                <a:latin typeface="DejaVu Sans"/>
                <a:ea typeface="DejaVu Sans"/>
                <a:cs typeface="DejaVu Sans"/>
              </a:defRPr>
            </a:lvl8pPr>
            <a:lvl9pPr>
              <a:defRPr sz="1650" b="0">
                <a:solidFill>
                  <a:srgbClr val="59717F"/>
                </a:solidFill>
                <a:latin typeface="DejaVu Sans"/>
                <a:ea typeface="DejaVu Sans"/>
                <a:cs typeface="DejaVu Sans"/>
              </a:defRPr>
            </a:lvl9pPr>
          </a:lstStyle>
          <a:p xmlns:a="http://schemas.openxmlformats.org/drawingml/2006/main">
            <a:pPr>
              <a:defRPr sz="1650" b="0">
                <a:solidFill>
                  <a:srgbClr val="59717F"/>
                </a:solidFill>
                <a:latin typeface="DejaVu Sans"/>
                <a:ea typeface="DejaVu Sans"/>
                <a:cs typeface="DejaVu Sans"/>
              </a:defRPr>
            </a:pPr>
            <a:r>
              <a:rPr sz="1650" b="0">
                <a:solidFill>
                  <a:srgbClr val="59717F"/>
                </a:solidFill>
                <a:latin typeface="DejaVu Sans"/>
                <a:ea typeface="DejaVu Sans"/>
                <a:cs typeface="DejaVu Sans"/>
              </a:rPr>
              <a:t>A 60-minute forecast can update memory only after 75 minutes.</a:t>
            </a:r>
          </a:p>
        </p:txBody>
      </p:sp>
      <p:sp>
        <p:nvSpPr>
          <p:cNvPr id="11" name="">
            <a:extLst xmlns:a="http://schemas.openxmlformats.org/drawingml/2006/main">
              <a:ext uri="{FF2B5EF4-FFF2-40B4-BE49-F238E27FC236}">
                <a16:creationId xmlns:a16="http://schemas.microsoft.com/office/drawing/2014/main" id="{89451EF0-A107-4D91-9331-0F31C27934D3}"/>
              </a:ext>
            </a:extLst>
          </p:cNvPr>
          <p:cNvSpPr>
            <a:spLocks xmlns:a="http://schemas.openxmlformats.org/drawingml/2006/main" noGrp="1"/>
          </p:cNvSpPr>
          <p:nvPr/>
        </p:nvSpPr>
        <p:spPr>
          <a:xfrm xmlns:a="http://schemas.openxmlformats.org/drawingml/2006/main">
            <a:off x="571500" y="4305300"/>
            <a:ext cx="11049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087F8C"/>
                </a:solidFill>
                <a:latin typeface="DejaVu Sans"/>
                <a:ea typeface="DejaVu Sans"/>
                <a:cs typeface="DejaVu Sans"/>
              </a:defRPr>
            </a:defPPr>
            <a:lvl1pPr>
              <a:defRPr sz="1950" b="1">
                <a:solidFill>
                  <a:srgbClr val="087F8C"/>
                </a:solidFill>
                <a:latin typeface="DejaVu Sans"/>
                <a:ea typeface="DejaVu Sans"/>
                <a:cs typeface="DejaVu Sans"/>
              </a:defRPr>
            </a:lvl1pPr>
            <a:lvl2pPr>
              <a:defRPr sz="1950" b="1">
                <a:solidFill>
                  <a:srgbClr val="087F8C"/>
                </a:solidFill>
                <a:latin typeface="DejaVu Sans"/>
                <a:ea typeface="DejaVu Sans"/>
                <a:cs typeface="DejaVu Sans"/>
              </a:defRPr>
            </a:lvl2pPr>
            <a:lvl3pPr>
              <a:defRPr sz="1950" b="1">
                <a:solidFill>
                  <a:srgbClr val="087F8C"/>
                </a:solidFill>
                <a:latin typeface="DejaVu Sans"/>
                <a:ea typeface="DejaVu Sans"/>
                <a:cs typeface="DejaVu Sans"/>
              </a:defRPr>
            </a:lvl3pPr>
            <a:lvl4pPr>
              <a:defRPr sz="1950" b="1">
                <a:solidFill>
                  <a:srgbClr val="087F8C"/>
                </a:solidFill>
                <a:latin typeface="DejaVu Sans"/>
                <a:ea typeface="DejaVu Sans"/>
                <a:cs typeface="DejaVu Sans"/>
              </a:defRPr>
            </a:lvl4pPr>
            <a:lvl5pPr>
              <a:defRPr sz="1950" b="1">
                <a:solidFill>
                  <a:srgbClr val="087F8C"/>
                </a:solidFill>
                <a:latin typeface="DejaVu Sans"/>
                <a:ea typeface="DejaVu Sans"/>
                <a:cs typeface="DejaVu Sans"/>
              </a:defRPr>
            </a:lvl5pPr>
            <a:lvl6pPr>
              <a:defRPr sz="1950" b="1">
                <a:solidFill>
                  <a:srgbClr val="087F8C"/>
                </a:solidFill>
                <a:latin typeface="DejaVu Sans"/>
                <a:ea typeface="DejaVu Sans"/>
                <a:cs typeface="DejaVu Sans"/>
              </a:defRPr>
            </a:lvl6pPr>
            <a:lvl7pPr>
              <a:defRPr sz="1950" b="1">
                <a:solidFill>
                  <a:srgbClr val="087F8C"/>
                </a:solidFill>
                <a:latin typeface="DejaVu Sans"/>
                <a:ea typeface="DejaVu Sans"/>
                <a:cs typeface="DejaVu Sans"/>
              </a:defRPr>
            </a:lvl7pPr>
            <a:lvl8pPr>
              <a:defRPr sz="1950" b="1">
                <a:solidFill>
                  <a:srgbClr val="087F8C"/>
                </a:solidFill>
                <a:latin typeface="DejaVu Sans"/>
                <a:ea typeface="DejaVu Sans"/>
                <a:cs typeface="DejaVu Sans"/>
              </a:defRPr>
            </a:lvl8pPr>
            <a:lvl9pPr>
              <a:defRPr sz="1950" b="1">
                <a:solidFill>
                  <a:srgbClr val="087F8C"/>
                </a:solidFill>
                <a:latin typeface="DejaVu Sans"/>
                <a:ea typeface="DejaVu Sans"/>
                <a:cs typeface="DejaVu Sans"/>
              </a:defRPr>
            </a:lvl9pPr>
          </a:lstStyle>
          <a:p xmlns:a="http://schemas.openxmlformats.org/drawingml/2006/main">
            <a:pPr>
              <a:defRPr sz="1950" b="1">
                <a:solidFill>
                  <a:srgbClr val="087F8C"/>
                </a:solidFill>
                <a:latin typeface="DejaVu Sans"/>
                <a:ea typeface="DejaVu Sans"/>
                <a:cs typeface="DejaVu Sans"/>
              </a:defRPr>
            </a:pPr>
            <a:r>
              <a:rPr sz="1950" b="1">
                <a:solidFill>
                  <a:srgbClr val="087F8C"/>
                </a:solidFill>
                <a:latin typeface="DejaVu Sans"/>
                <a:ea typeface="DejaVu Sans"/>
                <a:cs typeface="DejaVu Sans"/>
              </a:rPr>
              <a:t>Prefix-invariance tests</a:t>
            </a:r>
          </a:p>
        </p:txBody>
      </p:sp>
      <p:sp>
        <p:nvSpPr>
          <p:cNvPr id="12" name="">
            <a:extLst xmlns:a="http://schemas.openxmlformats.org/drawingml/2006/main">
              <a:ext uri="{FF2B5EF4-FFF2-40B4-BE49-F238E27FC236}">
                <a16:creationId xmlns:a16="http://schemas.microsoft.com/office/drawing/2014/main" id="{E10EBD99-C1CD-49AA-A656-9EFFD5426519}"/>
              </a:ext>
            </a:extLst>
          </p:cNvPr>
          <p:cNvSpPr>
            <a:spLocks xmlns:a="http://schemas.openxmlformats.org/drawingml/2006/main" noGrp="1"/>
          </p:cNvSpPr>
          <p:nvPr/>
        </p:nvSpPr>
        <p:spPr>
          <a:xfrm xmlns:a="http://schemas.openxmlformats.org/drawingml/2006/main">
            <a:off x="571500" y="46672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59717F"/>
                </a:solidFill>
                <a:latin typeface="DejaVu Sans"/>
                <a:ea typeface="DejaVu Sans"/>
                <a:cs typeface="DejaVu Sans"/>
              </a:defRPr>
            </a:defPPr>
            <a:lvl1pPr>
              <a:defRPr sz="1650" b="0">
                <a:solidFill>
                  <a:srgbClr val="59717F"/>
                </a:solidFill>
                <a:latin typeface="DejaVu Sans"/>
                <a:ea typeface="DejaVu Sans"/>
                <a:cs typeface="DejaVu Sans"/>
              </a:defRPr>
            </a:lvl1pPr>
            <a:lvl2pPr>
              <a:defRPr sz="1650" b="0">
                <a:solidFill>
                  <a:srgbClr val="59717F"/>
                </a:solidFill>
                <a:latin typeface="DejaVu Sans"/>
                <a:ea typeface="DejaVu Sans"/>
                <a:cs typeface="DejaVu Sans"/>
              </a:defRPr>
            </a:lvl2pPr>
            <a:lvl3pPr>
              <a:defRPr sz="1650" b="0">
                <a:solidFill>
                  <a:srgbClr val="59717F"/>
                </a:solidFill>
                <a:latin typeface="DejaVu Sans"/>
                <a:ea typeface="DejaVu Sans"/>
                <a:cs typeface="DejaVu Sans"/>
              </a:defRPr>
            </a:lvl3pPr>
            <a:lvl4pPr>
              <a:defRPr sz="1650" b="0">
                <a:solidFill>
                  <a:srgbClr val="59717F"/>
                </a:solidFill>
                <a:latin typeface="DejaVu Sans"/>
                <a:ea typeface="DejaVu Sans"/>
                <a:cs typeface="DejaVu Sans"/>
              </a:defRPr>
            </a:lvl4pPr>
            <a:lvl5pPr>
              <a:defRPr sz="1650" b="0">
                <a:solidFill>
                  <a:srgbClr val="59717F"/>
                </a:solidFill>
                <a:latin typeface="DejaVu Sans"/>
                <a:ea typeface="DejaVu Sans"/>
                <a:cs typeface="DejaVu Sans"/>
              </a:defRPr>
            </a:lvl5pPr>
            <a:lvl6pPr>
              <a:defRPr sz="1650" b="0">
                <a:solidFill>
                  <a:srgbClr val="59717F"/>
                </a:solidFill>
                <a:latin typeface="DejaVu Sans"/>
                <a:ea typeface="DejaVu Sans"/>
                <a:cs typeface="DejaVu Sans"/>
              </a:defRPr>
            </a:lvl6pPr>
            <a:lvl7pPr>
              <a:defRPr sz="1650" b="0">
                <a:solidFill>
                  <a:srgbClr val="59717F"/>
                </a:solidFill>
                <a:latin typeface="DejaVu Sans"/>
                <a:ea typeface="DejaVu Sans"/>
                <a:cs typeface="DejaVu Sans"/>
              </a:defRPr>
            </a:lvl7pPr>
            <a:lvl8pPr>
              <a:defRPr sz="1650" b="0">
                <a:solidFill>
                  <a:srgbClr val="59717F"/>
                </a:solidFill>
                <a:latin typeface="DejaVu Sans"/>
                <a:ea typeface="DejaVu Sans"/>
                <a:cs typeface="DejaVu Sans"/>
              </a:defRPr>
            </a:lvl8pPr>
            <a:lvl9pPr>
              <a:defRPr sz="1650" b="0">
                <a:solidFill>
                  <a:srgbClr val="59717F"/>
                </a:solidFill>
                <a:latin typeface="DejaVu Sans"/>
                <a:ea typeface="DejaVu Sans"/>
                <a:cs typeface="DejaVu Sans"/>
              </a:defRPr>
            </a:lvl9pPr>
          </a:lstStyle>
          <a:p xmlns:a="http://schemas.openxmlformats.org/drawingml/2006/main">
            <a:pPr>
              <a:defRPr sz="1650" b="0">
                <a:solidFill>
                  <a:srgbClr val="59717F"/>
                </a:solidFill>
                <a:latin typeface="DejaVu Sans"/>
                <a:ea typeface="DejaVu Sans"/>
                <a:cs typeface="DejaVu Sans"/>
              </a:defRPr>
            </a:pPr>
            <a:r>
              <a:rPr sz="1650" b="0">
                <a:solidFill>
                  <a:srgbClr val="59717F"/>
                </a:solidFill>
                <a:latin typeface="DejaVu Sans"/>
                <a:ea typeface="DejaVu Sans"/>
                <a:cs typeface="DejaVu Sans"/>
              </a:rPr>
              <a:t>Changing the future must not change earlier features or forecasts.</a:t>
            </a:r>
          </a:p>
        </p:txBody>
      </p:sp>
      <p:sp>
        <p:nvSpPr>
          <p:cNvPr id="13" name="">
            <a:extLst xmlns:a="http://schemas.openxmlformats.org/drawingml/2006/main">
              <a:ext uri="{FF2B5EF4-FFF2-40B4-BE49-F238E27FC236}">
                <a16:creationId xmlns:a16="http://schemas.microsoft.com/office/drawing/2014/main" id="{64FA59C6-CB03-4A5B-A9A3-02FF137FB255}"/>
              </a:ext>
            </a:extLst>
          </p:cNvPr>
          <p:cNvSpPr>
            <a:spLocks xmlns:a="http://schemas.openxmlformats.org/drawingml/2006/main" noGrp="1"/>
          </p:cNvSpPr>
          <p:nvPr/>
        </p:nvSpPr>
        <p:spPr>
          <a:xfrm xmlns:a="http://schemas.openxmlformats.org/drawingml/2006/main">
            <a:off x="571500" y="5181600"/>
            <a:ext cx="11049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087F8C"/>
                </a:solidFill>
                <a:latin typeface="DejaVu Sans"/>
                <a:ea typeface="DejaVu Sans"/>
                <a:cs typeface="DejaVu Sans"/>
              </a:defRPr>
            </a:defPPr>
            <a:lvl1pPr>
              <a:defRPr sz="1950" b="1">
                <a:solidFill>
                  <a:srgbClr val="087F8C"/>
                </a:solidFill>
                <a:latin typeface="DejaVu Sans"/>
                <a:ea typeface="DejaVu Sans"/>
                <a:cs typeface="DejaVu Sans"/>
              </a:defRPr>
            </a:lvl1pPr>
            <a:lvl2pPr>
              <a:defRPr sz="1950" b="1">
                <a:solidFill>
                  <a:srgbClr val="087F8C"/>
                </a:solidFill>
                <a:latin typeface="DejaVu Sans"/>
                <a:ea typeface="DejaVu Sans"/>
                <a:cs typeface="DejaVu Sans"/>
              </a:defRPr>
            </a:lvl2pPr>
            <a:lvl3pPr>
              <a:defRPr sz="1950" b="1">
                <a:solidFill>
                  <a:srgbClr val="087F8C"/>
                </a:solidFill>
                <a:latin typeface="DejaVu Sans"/>
                <a:ea typeface="DejaVu Sans"/>
                <a:cs typeface="DejaVu Sans"/>
              </a:defRPr>
            </a:lvl3pPr>
            <a:lvl4pPr>
              <a:defRPr sz="1950" b="1">
                <a:solidFill>
                  <a:srgbClr val="087F8C"/>
                </a:solidFill>
                <a:latin typeface="DejaVu Sans"/>
                <a:ea typeface="DejaVu Sans"/>
                <a:cs typeface="DejaVu Sans"/>
              </a:defRPr>
            </a:lvl4pPr>
            <a:lvl5pPr>
              <a:defRPr sz="1950" b="1">
                <a:solidFill>
                  <a:srgbClr val="087F8C"/>
                </a:solidFill>
                <a:latin typeface="DejaVu Sans"/>
                <a:ea typeface="DejaVu Sans"/>
                <a:cs typeface="DejaVu Sans"/>
              </a:defRPr>
            </a:lvl5pPr>
            <a:lvl6pPr>
              <a:defRPr sz="1950" b="1">
                <a:solidFill>
                  <a:srgbClr val="087F8C"/>
                </a:solidFill>
                <a:latin typeface="DejaVu Sans"/>
                <a:ea typeface="DejaVu Sans"/>
                <a:cs typeface="DejaVu Sans"/>
              </a:defRPr>
            </a:lvl6pPr>
            <a:lvl7pPr>
              <a:defRPr sz="1950" b="1">
                <a:solidFill>
                  <a:srgbClr val="087F8C"/>
                </a:solidFill>
                <a:latin typeface="DejaVu Sans"/>
                <a:ea typeface="DejaVu Sans"/>
                <a:cs typeface="DejaVu Sans"/>
              </a:defRPr>
            </a:lvl7pPr>
            <a:lvl8pPr>
              <a:defRPr sz="1950" b="1">
                <a:solidFill>
                  <a:srgbClr val="087F8C"/>
                </a:solidFill>
                <a:latin typeface="DejaVu Sans"/>
                <a:ea typeface="DejaVu Sans"/>
                <a:cs typeface="DejaVu Sans"/>
              </a:defRPr>
            </a:lvl8pPr>
            <a:lvl9pPr>
              <a:defRPr sz="1950" b="1">
                <a:solidFill>
                  <a:srgbClr val="087F8C"/>
                </a:solidFill>
                <a:latin typeface="DejaVu Sans"/>
                <a:ea typeface="DejaVu Sans"/>
                <a:cs typeface="DejaVu Sans"/>
              </a:defRPr>
            </a:lvl9pPr>
          </a:lstStyle>
          <a:p xmlns:a="http://schemas.openxmlformats.org/drawingml/2006/main">
            <a:pPr>
              <a:defRPr sz="1950" b="1">
                <a:solidFill>
                  <a:srgbClr val="087F8C"/>
                </a:solidFill>
                <a:latin typeface="DejaVu Sans"/>
                <a:ea typeface="DejaVu Sans"/>
                <a:cs typeface="DejaVu Sans"/>
              </a:defRPr>
            </a:pPr>
            <a:r>
              <a:rPr sz="1950" b="1">
                <a:solidFill>
                  <a:srgbClr val="087F8C"/>
                </a:solidFill>
                <a:latin typeface="DejaVu Sans"/>
                <a:ea typeface="DejaVu Sans"/>
                <a:cs typeface="DejaVu Sans"/>
              </a:rPr>
              <a:t>Source limitation remains</a:t>
            </a:r>
          </a:p>
        </p:txBody>
      </p:sp>
      <p:sp>
        <p:nvSpPr>
          <p:cNvPr id="14" name="">
            <a:extLst xmlns:a="http://schemas.openxmlformats.org/drawingml/2006/main">
              <a:ext uri="{FF2B5EF4-FFF2-40B4-BE49-F238E27FC236}">
                <a16:creationId xmlns:a16="http://schemas.microsoft.com/office/drawing/2014/main" id="{6449EEAD-274E-4B36-8AED-BCAC76BF1816}"/>
              </a:ext>
            </a:extLst>
          </p:cNvPr>
          <p:cNvSpPr>
            <a:spLocks xmlns:a="http://schemas.openxmlformats.org/drawingml/2006/main" noGrp="1"/>
          </p:cNvSpPr>
          <p:nvPr/>
        </p:nvSpPr>
        <p:spPr>
          <a:xfrm xmlns:a="http://schemas.openxmlformats.org/drawingml/2006/main">
            <a:off x="571500" y="554355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59717F"/>
                </a:solidFill>
                <a:latin typeface="DejaVu Sans"/>
                <a:ea typeface="DejaVu Sans"/>
                <a:cs typeface="DejaVu Sans"/>
              </a:defRPr>
            </a:defPPr>
            <a:lvl1pPr>
              <a:defRPr sz="1650" b="0">
                <a:solidFill>
                  <a:srgbClr val="59717F"/>
                </a:solidFill>
                <a:latin typeface="DejaVu Sans"/>
                <a:ea typeface="DejaVu Sans"/>
                <a:cs typeface="DejaVu Sans"/>
              </a:defRPr>
            </a:lvl1pPr>
            <a:lvl2pPr>
              <a:defRPr sz="1650" b="0">
                <a:solidFill>
                  <a:srgbClr val="59717F"/>
                </a:solidFill>
                <a:latin typeface="DejaVu Sans"/>
                <a:ea typeface="DejaVu Sans"/>
                <a:cs typeface="DejaVu Sans"/>
              </a:defRPr>
            </a:lvl2pPr>
            <a:lvl3pPr>
              <a:defRPr sz="1650" b="0">
                <a:solidFill>
                  <a:srgbClr val="59717F"/>
                </a:solidFill>
                <a:latin typeface="DejaVu Sans"/>
                <a:ea typeface="DejaVu Sans"/>
                <a:cs typeface="DejaVu Sans"/>
              </a:defRPr>
            </a:lvl3pPr>
            <a:lvl4pPr>
              <a:defRPr sz="1650" b="0">
                <a:solidFill>
                  <a:srgbClr val="59717F"/>
                </a:solidFill>
                <a:latin typeface="DejaVu Sans"/>
                <a:ea typeface="DejaVu Sans"/>
                <a:cs typeface="DejaVu Sans"/>
              </a:defRPr>
            </a:lvl4pPr>
            <a:lvl5pPr>
              <a:defRPr sz="1650" b="0">
                <a:solidFill>
                  <a:srgbClr val="59717F"/>
                </a:solidFill>
                <a:latin typeface="DejaVu Sans"/>
                <a:ea typeface="DejaVu Sans"/>
                <a:cs typeface="DejaVu Sans"/>
              </a:defRPr>
            </a:lvl5pPr>
            <a:lvl6pPr>
              <a:defRPr sz="1650" b="0">
                <a:solidFill>
                  <a:srgbClr val="59717F"/>
                </a:solidFill>
                <a:latin typeface="DejaVu Sans"/>
                <a:ea typeface="DejaVu Sans"/>
                <a:cs typeface="DejaVu Sans"/>
              </a:defRPr>
            </a:lvl6pPr>
            <a:lvl7pPr>
              <a:defRPr sz="1650" b="0">
                <a:solidFill>
                  <a:srgbClr val="59717F"/>
                </a:solidFill>
                <a:latin typeface="DejaVu Sans"/>
                <a:ea typeface="DejaVu Sans"/>
                <a:cs typeface="DejaVu Sans"/>
              </a:defRPr>
            </a:lvl7pPr>
            <a:lvl8pPr>
              <a:defRPr sz="1650" b="0">
                <a:solidFill>
                  <a:srgbClr val="59717F"/>
                </a:solidFill>
                <a:latin typeface="DejaVu Sans"/>
                <a:ea typeface="DejaVu Sans"/>
                <a:cs typeface="DejaVu Sans"/>
              </a:defRPr>
            </a:lvl8pPr>
            <a:lvl9pPr>
              <a:defRPr sz="1650" b="0">
                <a:solidFill>
                  <a:srgbClr val="59717F"/>
                </a:solidFill>
                <a:latin typeface="DejaVu Sans"/>
                <a:ea typeface="DejaVu Sans"/>
                <a:cs typeface="DejaVu Sans"/>
              </a:defRPr>
            </a:lvl9pPr>
          </a:lstStyle>
          <a:p xmlns:a="http://schemas.openxmlformats.org/drawingml/2006/main">
            <a:pPr>
              <a:defRPr sz="1650" b="0">
                <a:solidFill>
                  <a:srgbClr val="59717F"/>
                </a:solidFill>
                <a:latin typeface="DejaVu Sans"/>
                <a:ea typeface="DejaVu Sans"/>
                <a:cs typeface="DejaVu Sans"/>
              </a:defRPr>
            </a:pPr>
            <a:r>
              <a:rPr sz="1650" b="0">
                <a:solidFill>
                  <a:srgbClr val="59717F"/>
                </a:solidFill>
                <a:latin typeface="DejaVu Sans"/>
                <a:ea typeface="DejaVu Sans"/>
                <a:cs typeface="DejaVu Sans"/>
              </a:rPr>
              <a:t>Upstream interpolation cannot be fully undone without native device exports.</a:t>
            </a:r>
          </a:p>
        </p:txBody>
      </p:sp>
    </p:spTree>
    <p:extLst>
      <p:ext uri="{BB962C8B-B14F-4D97-AF65-F5344CB8AC3E}">
        <p14:creationId xmlns:p14="http://schemas.microsoft.com/office/powerpoint/2010/main" val="1406227008"/>
      </p:ext>
    </p:extLst>
  </p:cSld>
</p:sld>
</file>

<file path=ppt/slides/slide6.xml><?xml version="1.0" encoding="utf-8"?>
<p:sld xmlns:p="http://schemas.openxmlformats.org/presentationml/2006/main">
  <p:cSld>
    <p:bg>
      <p:bgPr>
        <a:solidFill xmlns:a="http://schemas.openxmlformats.org/drawingml/2006/main">
          <a:srgbClr val="F5F8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57A1B5B-5AAD-4ABB-853B-4574075FEC69}"/>
              </a:ext>
            </a:extLst>
          </p:cNvPr>
          <p:cNvSpPr>
            <a:spLocks xmlns:a="http://schemas.openxmlformats.org/drawingml/2006/main" noGrp="1"/>
          </p:cNvSpPr>
          <p:nvPr/>
        </p:nvSpPr>
        <p:spPr>
          <a:xfrm xmlns:a="http://schemas.openxmlformats.org/drawingml/2006/main">
            <a:off x="571500" y="400050"/>
            <a:ext cx="11049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150" b="1">
                <a:solidFill>
                  <a:srgbClr val="10283D"/>
                </a:solidFill>
                <a:latin typeface="DejaVu Sans"/>
                <a:ea typeface="DejaVu Sans"/>
                <a:cs typeface="DejaVu Sans"/>
              </a:defRPr>
            </a:defPPr>
            <a:lvl1pPr>
              <a:defRPr sz="3150" b="1">
                <a:solidFill>
                  <a:srgbClr val="10283D"/>
                </a:solidFill>
                <a:latin typeface="DejaVu Sans"/>
                <a:ea typeface="DejaVu Sans"/>
                <a:cs typeface="DejaVu Sans"/>
              </a:defRPr>
            </a:lvl1pPr>
            <a:lvl2pPr>
              <a:defRPr sz="3150" b="1">
                <a:solidFill>
                  <a:srgbClr val="10283D"/>
                </a:solidFill>
                <a:latin typeface="DejaVu Sans"/>
                <a:ea typeface="DejaVu Sans"/>
                <a:cs typeface="DejaVu Sans"/>
              </a:defRPr>
            </a:lvl2pPr>
            <a:lvl3pPr>
              <a:defRPr sz="3150" b="1">
                <a:solidFill>
                  <a:srgbClr val="10283D"/>
                </a:solidFill>
                <a:latin typeface="DejaVu Sans"/>
                <a:ea typeface="DejaVu Sans"/>
                <a:cs typeface="DejaVu Sans"/>
              </a:defRPr>
            </a:lvl3pPr>
            <a:lvl4pPr>
              <a:defRPr sz="3150" b="1">
                <a:solidFill>
                  <a:srgbClr val="10283D"/>
                </a:solidFill>
                <a:latin typeface="DejaVu Sans"/>
                <a:ea typeface="DejaVu Sans"/>
                <a:cs typeface="DejaVu Sans"/>
              </a:defRPr>
            </a:lvl4pPr>
            <a:lvl5pPr>
              <a:defRPr sz="3150" b="1">
                <a:solidFill>
                  <a:srgbClr val="10283D"/>
                </a:solidFill>
                <a:latin typeface="DejaVu Sans"/>
                <a:ea typeface="DejaVu Sans"/>
                <a:cs typeface="DejaVu Sans"/>
              </a:defRPr>
            </a:lvl5pPr>
            <a:lvl6pPr>
              <a:defRPr sz="3150" b="1">
                <a:solidFill>
                  <a:srgbClr val="10283D"/>
                </a:solidFill>
                <a:latin typeface="DejaVu Sans"/>
                <a:ea typeface="DejaVu Sans"/>
                <a:cs typeface="DejaVu Sans"/>
              </a:defRPr>
            </a:lvl6pPr>
            <a:lvl7pPr>
              <a:defRPr sz="3150" b="1">
                <a:solidFill>
                  <a:srgbClr val="10283D"/>
                </a:solidFill>
                <a:latin typeface="DejaVu Sans"/>
                <a:ea typeface="DejaVu Sans"/>
                <a:cs typeface="DejaVu Sans"/>
              </a:defRPr>
            </a:lvl7pPr>
            <a:lvl8pPr>
              <a:defRPr sz="3150" b="1">
                <a:solidFill>
                  <a:srgbClr val="10283D"/>
                </a:solidFill>
                <a:latin typeface="DejaVu Sans"/>
                <a:ea typeface="DejaVu Sans"/>
                <a:cs typeface="DejaVu Sans"/>
              </a:defRPr>
            </a:lvl8pPr>
            <a:lvl9pPr>
              <a:defRPr sz="3150" b="1">
                <a:solidFill>
                  <a:srgbClr val="10283D"/>
                </a:solidFill>
                <a:latin typeface="DejaVu Sans"/>
                <a:ea typeface="DejaVu Sans"/>
                <a:cs typeface="DejaVu Sans"/>
              </a:defRPr>
            </a:lvl9pPr>
          </a:lstStyle>
          <a:p xmlns:a="http://schemas.openxmlformats.org/drawingml/2006/main">
            <a:pPr>
              <a:defRPr sz="3150" b="1">
                <a:solidFill>
                  <a:srgbClr val="10283D"/>
                </a:solidFill>
                <a:latin typeface="DejaVu Sans"/>
                <a:ea typeface="DejaVu Sans"/>
                <a:cs typeface="DejaVu Sans"/>
              </a:defRPr>
            </a:pPr>
            <a:r>
              <a:rPr sz="3150" b="1">
                <a:solidFill>
                  <a:srgbClr val="10283D"/>
                </a:solidFill>
                <a:latin typeface="DejaVu Sans"/>
                <a:ea typeface="DejaVu Sans"/>
                <a:cs typeface="DejaVu Sans"/>
              </a:rPr>
              <a:t>Evaluation before presentation</a:t>
            </a:r>
          </a:p>
        </p:txBody>
      </p:sp>
      <p:sp>
        <p:nvSpPr>
          <p:cNvPr id="2" name="">
            <a:extLst xmlns:a="http://schemas.openxmlformats.org/drawingml/2006/main">
              <a:ext uri="{FF2B5EF4-FFF2-40B4-BE49-F238E27FC236}">
                <a16:creationId xmlns:a16="http://schemas.microsoft.com/office/drawing/2014/main" id="{0BAB3F7C-6E2E-4F70-9CFE-B0CBF2A5B350}"/>
              </a:ext>
            </a:extLst>
          </p:cNvPr>
          <p:cNvSpPr>
            <a:spLocks xmlns:a="http://schemas.openxmlformats.org/drawingml/2006/main" noGrp="1"/>
          </p:cNvSpPr>
          <p:nvPr/>
        </p:nvSpPr>
        <p:spPr>
          <a:xfrm xmlns:a="http://schemas.openxmlformats.org/drawingml/2006/main">
            <a:off x="571500" y="6448425"/>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9717F"/>
                </a:solidFill>
                <a:latin typeface="DejaVu Sans"/>
                <a:ea typeface="DejaVu Sans"/>
                <a:cs typeface="DejaVu Sans"/>
              </a:defRPr>
            </a:defPPr>
            <a:lvl1pPr>
              <a:defRPr sz="1050" b="0">
                <a:solidFill>
                  <a:srgbClr val="59717F"/>
                </a:solidFill>
                <a:latin typeface="DejaVu Sans"/>
                <a:ea typeface="DejaVu Sans"/>
                <a:cs typeface="DejaVu Sans"/>
              </a:defRPr>
            </a:lvl1pPr>
            <a:lvl2pPr>
              <a:defRPr sz="1050" b="0">
                <a:solidFill>
                  <a:srgbClr val="59717F"/>
                </a:solidFill>
                <a:latin typeface="DejaVu Sans"/>
                <a:ea typeface="DejaVu Sans"/>
                <a:cs typeface="DejaVu Sans"/>
              </a:defRPr>
            </a:lvl2pPr>
            <a:lvl3pPr>
              <a:defRPr sz="1050" b="0">
                <a:solidFill>
                  <a:srgbClr val="59717F"/>
                </a:solidFill>
                <a:latin typeface="DejaVu Sans"/>
                <a:ea typeface="DejaVu Sans"/>
                <a:cs typeface="DejaVu Sans"/>
              </a:defRPr>
            </a:lvl3pPr>
            <a:lvl4pPr>
              <a:defRPr sz="1050" b="0">
                <a:solidFill>
                  <a:srgbClr val="59717F"/>
                </a:solidFill>
                <a:latin typeface="DejaVu Sans"/>
                <a:ea typeface="DejaVu Sans"/>
                <a:cs typeface="DejaVu Sans"/>
              </a:defRPr>
            </a:lvl4pPr>
            <a:lvl5pPr>
              <a:defRPr sz="1050" b="0">
                <a:solidFill>
                  <a:srgbClr val="59717F"/>
                </a:solidFill>
                <a:latin typeface="DejaVu Sans"/>
                <a:ea typeface="DejaVu Sans"/>
                <a:cs typeface="DejaVu Sans"/>
              </a:defRPr>
            </a:lvl5pPr>
            <a:lvl6pPr>
              <a:defRPr sz="1050" b="0">
                <a:solidFill>
                  <a:srgbClr val="59717F"/>
                </a:solidFill>
                <a:latin typeface="DejaVu Sans"/>
                <a:ea typeface="DejaVu Sans"/>
                <a:cs typeface="DejaVu Sans"/>
              </a:defRPr>
            </a:lvl6pPr>
            <a:lvl7pPr>
              <a:defRPr sz="1050" b="0">
                <a:solidFill>
                  <a:srgbClr val="59717F"/>
                </a:solidFill>
                <a:latin typeface="DejaVu Sans"/>
                <a:ea typeface="DejaVu Sans"/>
                <a:cs typeface="DejaVu Sans"/>
              </a:defRPr>
            </a:lvl7pPr>
            <a:lvl8pPr>
              <a:defRPr sz="1050" b="0">
                <a:solidFill>
                  <a:srgbClr val="59717F"/>
                </a:solidFill>
                <a:latin typeface="DejaVu Sans"/>
                <a:ea typeface="DejaVu Sans"/>
                <a:cs typeface="DejaVu Sans"/>
              </a:defRPr>
            </a:lvl8pPr>
            <a:lvl9pPr>
              <a:defRPr sz="1050" b="0">
                <a:solidFill>
                  <a:srgbClr val="59717F"/>
                </a:solidFill>
                <a:latin typeface="DejaVu Sans"/>
                <a:ea typeface="DejaVu Sans"/>
                <a:cs typeface="DejaVu Sans"/>
              </a:defRPr>
            </a:lvl9pPr>
          </a:lstStyle>
          <a:p xmlns:a="http://schemas.openxmlformats.org/drawingml/2006/main">
            <a:pPr>
              <a:defRPr sz="1050" b="0">
                <a:solidFill>
                  <a:srgbClr val="59717F"/>
                </a:solidFill>
                <a:latin typeface="DejaVu Sans"/>
                <a:ea typeface="DejaVu Sans"/>
                <a:cs typeface="DejaVu Sans"/>
              </a:defRPr>
            </a:pPr>
            <a:r>
              <a:rPr sz="1050" b="0">
                <a:solidFill>
                  <a:srgbClr val="59717F"/>
                </a:solidFill>
                <a:latin typeface="DejaVu Sans"/>
                <a:ea typeface="DejaVu Sans"/>
                <a:cs typeface="DejaVu Sans"/>
              </a:rPr>
              <a:t>TEAM PRODUCT  /  IIT KANPUR</a:t>
            </a:r>
          </a:p>
        </p:txBody>
      </p:sp>
      <p:sp>
        <p:nvSpPr>
          <p:cNvPr id="3" name="">
            <a:extLst xmlns:a="http://schemas.openxmlformats.org/drawingml/2006/main">
              <a:ext uri="{FF2B5EF4-FFF2-40B4-BE49-F238E27FC236}">
                <a16:creationId xmlns:a16="http://schemas.microsoft.com/office/drawing/2014/main" id="{CAD49F4B-B9D7-4848-B32E-3F5150667E20}"/>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9717F"/>
                </a:solidFill>
                <a:latin typeface="DejaVu Sans"/>
                <a:ea typeface="DejaVu Sans"/>
                <a:cs typeface="DejaVu Sans"/>
              </a:defRPr>
            </a:defPPr>
            <a:lvl1pPr>
              <a:defRPr sz="1050" b="0">
                <a:solidFill>
                  <a:srgbClr val="59717F"/>
                </a:solidFill>
                <a:latin typeface="DejaVu Sans"/>
                <a:ea typeface="DejaVu Sans"/>
                <a:cs typeface="DejaVu Sans"/>
              </a:defRPr>
            </a:lvl1pPr>
            <a:lvl2pPr>
              <a:defRPr sz="1050" b="0">
                <a:solidFill>
                  <a:srgbClr val="59717F"/>
                </a:solidFill>
                <a:latin typeface="DejaVu Sans"/>
                <a:ea typeface="DejaVu Sans"/>
                <a:cs typeface="DejaVu Sans"/>
              </a:defRPr>
            </a:lvl2pPr>
            <a:lvl3pPr>
              <a:defRPr sz="1050" b="0">
                <a:solidFill>
                  <a:srgbClr val="59717F"/>
                </a:solidFill>
                <a:latin typeface="DejaVu Sans"/>
                <a:ea typeface="DejaVu Sans"/>
                <a:cs typeface="DejaVu Sans"/>
              </a:defRPr>
            </a:lvl3pPr>
            <a:lvl4pPr>
              <a:defRPr sz="1050" b="0">
                <a:solidFill>
                  <a:srgbClr val="59717F"/>
                </a:solidFill>
                <a:latin typeface="DejaVu Sans"/>
                <a:ea typeface="DejaVu Sans"/>
                <a:cs typeface="DejaVu Sans"/>
              </a:defRPr>
            </a:lvl4pPr>
            <a:lvl5pPr>
              <a:defRPr sz="1050" b="0">
                <a:solidFill>
                  <a:srgbClr val="59717F"/>
                </a:solidFill>
                <a:latin typeface="DejaVu Sans"/>
                <a:ea typeface="DejaVu Sans"/>
                <a:cs typeface="DejaVu Sans"/>
              </a:defRPr>
            </a:lvl5pPr>
            <a:lvl6pPr>
              <a:defRPr sz="1050" b="0">
                <a:solidFill>
                  <a:srgbClr val="59717F"/>
                </a:solidFill>
                <a:latin typeface="DejaVu Sans"/>
                <a:ea typeface="DejaVu Sans"/>
                <a:cs typeface="DejaVu Sans"/>
              </a:defRPr>
            </a:lvl6pPr>
            <a:lvl7pPr>
              <a:defRPr sz="1050" b="0">
                <a:solidFill>
                  <a:srgbClr val="59717F"/>
                </a:solidFill>
                <a:latin typeface="DejaVu Sans"/>
                <a:ea typeface="DejaVu Sans"/>
                <a:cs typeface="DejaVu Sans"/>
              </a:defRPr>
            </a:lvl7pPr>
            <a:lvl8pPr>
              <a:defRPr sz="1050" b="0">
                <a:solidFill>
                  <a:srgbClr val="59717F"/>
                </a:solidFill>
                <a:latin typeface="DejaVu Sans"/>
                <a:ea typeface="DejaVu Sans"/>
                <a:cs typeface="DejaVu Sans"/>
              </a:defRPr>
            </a:lvl8pPr>
            <a:lvl9pPr>
              <a:defRPr sz="1050" b="0">
                <a:solidFill>
                  <a:srgbClr val="59717F"/>
                </a:solidFill>
                <a:latin typeface="DejaVu Sans"/>
                <a:ea typeface="DejaVu Sans"/>
                <a:cs typeface="DejaVu Sans"/>
              </a:defRPr>
            </a:lvl9pPr>
          </a:lstStyle>
          <a:p xmlns:a="http://schemas.openxmlformats.org/drawingml/2006/main">
            <a:pPr>
              <a:defRPr sz="1050" b="0">
                <a:solidFill>
                  <a:srgbClr val="59717F"/>
                </a:solidFill>
                <a:latin typeface="DejaVu Sans"/>
                <a:ea typeface="DejaVu Sans"/>
                <a:cs typeface="DejaVu Sans"/>
              </a:defRPr>
            </a:pPr>
            <a:r>
              <a:rPr sz="1050" b="0">
                <a:solidFill>
                  <a:srgbClr val="59717F"/>
                </a:solidFill>
                <a:latin typeface="DejaVu Sans"/>
                <a:ea typeface="DejaVu Sans"/>
                <a:cs typeface="DejaVu Sans"/>
              </a:rPr>
              <a:t>06</a:t>
            </a:r>
          </a:p>
        </p:txBody>
      </p:sp>
      <p:graphicFrame>
        <p:nvGraphicFramePr>
          <p:cNvPr id="4" name="">
            <a:extLst xmlns:a="http://schemas.openxmlformats.org/drawingml/2006/main">
              <a:ext uri="{FF2B5EF4-FFF2-40B4-BE49-F238E27FC236}">
                <a16:creationId xmlns:a16="http://schemas.microsoft.com/office/drawing/2014/main" id="{BA340609-9387-41BB-BDF9-9EDFBF050BA2}"/>
              </a:ext>
            </a:extLst>
          </p:cNvPr>
          <p:cNvGraphicFramePr/>
          <p:nvPr/>
        </p:nvGraphicFramePr>
        <p:xfrm>
          <a:off xmlns:a="http://schemas.openxmlformats.org/drawingml/2006/main" x="571500" y="1524000"/>
          <a:ext xmlns:a="http://schemas.openxmlformats.org/drawingml/2006/main" cx="11049000" cy="3000375"/>
        </p:xfrm>
        <a:graphic xmlns:a="http://schemas.openxmlformats.org/drawingml/2006/main">
          <a:graphicData uri="http://schemas.openxmlformats.org/drawingml/2006/table">
            <a:tbl>
              <a:tblPr/>
              <a:tblGrid>
                <a:gridCol w="2857500"/>
                <a:gridCol w="2476500"/>
                <a:gridCol w="5715000"/>
              </a:tblGrid>
              <a:tr h="600075">
                <a:tc>
                  <a:txBody>
                    <a:bodyPr lIns="114300" tIns="114300" rIns="114300" bIns="114300"/>
                    <a:lstStyle/>
                    <a:p>
                      <a:r>
                        <a:rPr sz="1500" b="1">
                          <a:solidFill>
                            <a:srgbClr val="FFFFFF"/>
                          </a:solidFill>
                          <a:latin typeface="DejaVu Sans"/>
                          <a:ea typeface="DejaVu Sans"/>
                          <a:cs typeface="DejaVu Sans"/>
                        </a:rPr>
                        <a:t>Partition</a:t>
                      </a:r>
                    </a:p>
                  </a:txBody>
                  <a:tcPr marL="91440" marR="91440" marT="45720" marB="45720">
                    <a:solidFill>
                      <a:srgbClr val="10283D"/>
                    </a:solidFill>
                  </a:tcPr>
                </a:tc>
                <a:tc>
                  <a:txBody>
                    <a:bodyPr lIns="114300" tIns="114300" rIns="114300" bIns="114300"/>
                    <a:lstStyle/>
                    <a:p>
                      <a:r>
                        <a:rPr sz="1500" b="1">
                          <a:solidFill>
                            <a:srgbClr val="FFFFFF"/>
                          </a:solidFill>
                          <a:latin typeface="DejaVu Sans"/>
                          <a:ea typeface="DejaVu Sans"/>
                          <a:cs typeface="DejaVu Sans"/>
                        </a:rPr>
                        <a:t>Participants</a:t>
                      </a:r>
                    </a:p>
                  </a:txBody>
                  <a:tcPr marL="91440" marR="91440" marT="45720" marB="45720">
                    <a:solidFill>
                      <a:srgbClr val="10283D"/>
                    </a:solidFill>
                  </a:tcPr>
                </a:tc>
                <a:tc>
                  <a:txBody>
                    <a:bodyPr lIns="114300" tIns="114300" rIns="114300" bIns="114300"/>
                    <a:lstStyle/>
                    <a:p>
                      <a:r>
                        <a:rPr sz="1500" b="1">
                          <a:solidFill>
                            <a:srgbClr val="FFFFFF"/>
                          </a:solidFill>
                          <a:latin typeface="DejaVu Sans"/>
                          <a:ea typeface="DejaVu Sans"/>
                          <a:cs typeface="DejaVu Sans"/>
                        </a:rPr>
                        <a:t>Purpose</a:t>
                      </a:r>
                    </a:p>
                  </a:txBody>
                  <a:tcPr marL="91440" marR="91440" marT="45720" marB="45720">
                    <a:solidFill>
                      <a:srgbClr val="10283D"/>
                    </a:solidFill>
                  </a:tcPr>
                </a:tc>
              </a:tr>
              <a:tr h="600075">
                <a:tc>
                  <a:txBody>
                    <a:bodyPr lIns="114300" tIns="114300" rIns="114300" bIns="114300"/>
                    <a:lstStyle/>
                    <a:p>
                      <a:r>
                        <a:rPr sz="1575" b="0">
                          <a:solidFill>
                            <a:srgbClr val="10283D"/>
                          </a:solidFill>
                          <a:latin typeface="DejaVu Sans"/>
                          <a:ea typeface="DejaVu Sans"/>
                          <a:cs typeface="DejaVu Sans"/>
                        </a:rPr>
                        <a:t>Training</a:t>
                      </a:r>
                    </a:p>
                  </a:txBody>
                  <a:tcPr marL="91440" marR="91440" marT="45720" marB="45720">
                    <a:solidFill>
                      <a:srgbClr val="FFFFFF"/>
                    </a:solidFill>
                  </a:tcPr>
                </a:tc>
                <a:tc>
                  <a:txBody>
                    <a:bodyPr lIns="114300" tIns="114300" rIns="114300" bIns="114300"/>
                    <a:lstStyle/>
                    <a:p>
                      <a:r>
                        <a:rPr sz="1575" b="0">
                          <a:solidFill>
                            <a:srgbClr val="10283D"/>
                          </a:solidFill>
                          <a:latin typeface="DejaVu Sans"/>
                          <a:ea typeface="DejaVu Sans"/>
                          <a:cs typeface="DejaVu Sans"/>
                        </a:rPr>
                        <a:t>36</a:t>
                      </a:r>
                    </a:p>
                  </a:txBody>
                  <a:tcPr marL="91440" marR="91440" marT="45720" marB="45720">
                    <a:solidFill>
                      <a:srgbClr val="FFFFFF"/>
                    </a:solidFill>
                  </a:tcPr>
                </a:tc>
                <a:tc>
                  <a:txBody>
                    <a:bodyPr lIns="114300" tIns="114300" rIns="114300" bIns="114300"/>
                    <a:lstStyle/>
                    <a:p>
                      <a:r>
                        <a:rPr sz="1575" b="0">
                          <a:solidFill>
                            <a:srgbClr val="10283D"/>
                          </a:solidFill>
                          <a:latin typeface="DejaVu Sans"/>
                          <a:ea typeface="DejaVu Sans"/>
                          <a:cs typeface="DejaVu Sans"/>
                        </a:rPr>
                        <a:t>Fit population models</a:t>
                      </a:r>
                    </a:p>
                  </a:txBody>
                  <a:tcPr marL="91440" marR="91440" marT="45720" marB="45720">
                    <a:solidFill>
                      <a:srgbClr val="FFFFFF"/>
                    </a:solidFill>
                  </a:tcPr>
                </a:tc>
              </a:tr>
              <a:tr h="600075">
                <a:tc>
                  <a:txBody>
                    <a:bodyPr lIns="114300" tIns="114300" rIns="114300" bIns="114300"/>
                    <a:lstStyle/>
                    <a:p>
                      <a:r>
                        <a:rPr sz="1575" b="0">
                          <a:solidFill>
                            <a:srgbClr val="10283D"/>
                          </a:solidFill>
                          <a:latin typeface="DejaVu Sans"/>
                          <a:ea typeface="DejaVu Sans"/>
                          <a:cs typeface="DejaVu Sans"/>
                        </a:rPr>
                        <a:t>Validation</a:t>
                      </a:r>
                    </a:p>
                  </a:txBody>
                  <a:tcPr marL="91440" marR="91440" marT="45720" marB="45720">
                    <a:solidFill>
                      <a:srgbClr val="EDF3F5"/>
                    </a:solidFill>
                  </a:tcPr>
                </a:tc>
                <a:tc>
                  <a:txBody>
                    <a:bodyPr lIns="114300" tIns="114300" rIns="114300" bIns="114300"/>
                    <a:lstStyle/>
                    <a:p>
                      <a:r>
                        <a:rPr sz="1575" b="0">
                          <a:solidFill>
                            <a:srgbClr val="10283D"/>
                          </a:solidFill>
                          <a:latin typeface="DejaVu Sans"/>
                          <a:ea typeface="DejaVu Sans"/>
                          <a:cs typeface="DejaVu Sans"/>
                        </a:rPr>
                        <a:t>3 T2D</a:t>
                      </a:r>
                    </a:p>
                  </a:txBody>
                  <a:tcPr marL="91440" marR="91440" marT="45720" marB="45720">
                    <a:solidFill>
                      <a:srgbClr val="EDF3F5"/>
                    </a:solidFill>
                  </a:tcPr>
                </a:tc>
                <a:tc>
                  <a:txBody>
                    <a:bodyPr lIns="114300" tIns="114300" rIns="114300" bIns="114300"/>
                    <a:lstStyle/>
                    <a:p>
                      <a:r>
                        <a:rPr sz="1575" b="0">
                          <a:solidFill>
                            <a:srgbClr val="10283D"/>
                          </a:solidFill>
                          <a:latin typeface="DejaVu Sans"/>
                          <a:ea typeface="DejaVu Sans"/>
                          <a:cs typeface="DejaVu Sans"/>
                        </a:rPr>
                        <a:t>Select variants and alert threshold</a:t>
                      </a:r>
                    </a:p>
                  </a:txBody>
                  <a:tcPr marL="91440" marR="91440" marT="45720" marB="45720">
                    <a:solidFill>
                      <a:srgbClr val="EDF3F5"/>
                    </a:solidFill>
                  </a:tcPr>
                </a:tc>
              </a:tr>
              <a:tr h="600075">
                <a:tc>
                  <a:txBody>
                    <a:bodyPr lIns="114300" tIns="114300" rIns="114300" bIns="114300"/>
                    <a:lstStyle/>
                    <a:p>
                      <a:r>
                        <a:rPr sz="1575" b="0">
                          <a:solidFill>
                            <a:srgbClr val="10283D"/>
                          </a:solidFill>
                          <a:latin typeface="DejaVu Sans"/>
                          <a:ea typeface="DejaVu Sans"/>
                          <a:cs typeface="DejaVu Sans"/>
                        </a:rPr>
                        <a:t>Calibration</a:t>
                      </a:r>
                    </a:p>
                  </a:txBody>
                  <a:tcPr marL="91440" marR="91440" marT="45720" marB="45720">
                    <a:solidFill>
                      <a:srgbClr val="FFFFFF"/>
                    </a:solidFill>
                  </a:tcPr>
                </a:tc>
                <a:tc>
                  <a:txBody>
                    <a:bodyPr lIns="114300" tIns="114300" rIns="114300" bIns="114300"/>
                    <a:lstStyle/>
                    <a:p>
                      <a:r>
                        <a:rPr sz="1575" b="0">
                          <a:solidFill>
                            <a:srgbClr val="10283D"/>
                          </a:solidFill>
                          <a:latin typeface="DejaVu Sans"/>
                          <a:ea typeface="DejaVu Sans"/>
                          <a:cs typeface="DejaVu Sans"/>
                        </a:rPr>
                        <a:t>3 T2D</a:t>
                      </a:r>
                    </a:p>
                  </a:txBody>
                  <a:tcPr marL="91440" marR="91440" marT="45720" marB="45720">
                    <a:solidFill>
                      <a:srgbClr val="FFFFFF"/>
                    </a:solidFill>
                  </a:tcPr>
                </a:tc>
                <a:tc>
                  <a:txBody>
                    <a:bodyPr lIns="114300" tIns="114300" rIns="114300" bIns="114300"/>
                    <a:lstStyle/>
                    <a:p>
                      <a:r>
                        <a:rPr sz="1575" b="0">
                          <a:solidFill>
                            <a:srgbClr val="10283D"/>
                          </a:solidFill>
                          <a:latin typeface="DejaVu Sans"/>
                          <a:ea typeface="DejaVu Sans"/>
                          <a:cs typeface="DejaVu Sans"/>
                        </a:rPr>
                        <a:t>Estimate residual interval widths</a:t>
                      </a:r>
                    </a:p>
                  </a:txBody>
                  <a:tcPr marL="91440" marR="91440" marT="45720" marB="45720">
                    <a:solidFill>
                      <a:srgbClr val="FFFFFF"/>
                    </a:solidFill>
                  </a:tcPr>
                </a:tc>
              </a:tr>
              <a:tr h="600075">
                <a:tc>
                  <a:txBody>
                    <a:bodyPr lIns="114300" tIns="114300" rIns="114300" bIns="114300"/>
                    <a:lstStyle/>
                    <a:p>
                      <a:r>
                        <a:rPr sz="1575" b="0">
                          <a:solidFill>
                            <a:srgbClr val="10283D"/>
                          </a:solidFill>
                          <a:latin typeface="DejaVu Sans"/>
                          <a:ea typeface="DejaVu Sans"/>
                          <a:cs typeface="DejaVu Sans"/>
                        </a:rPr>
                        <a:t>Final test</a:t>
                      </a:r>
                    </a:p>
                  </a:txBody>
                  <a:tcPr marL="91440" marR="91440" marT="45720" marB="45720">
                    <a:solidFill>
                      <a:srgbClr val="EDF3F5"/>
                    </a:solidFill>
                  </a:tcPr>
                </a:tc>
                <a:tc>
                  <a:txBody>
                    <a:bodyPr lIns="114300" tIns="114300" rIns="114300" bIns="114300"/>
                    <a:lstStyle/>
                    <a:p>
                      <a:r>
                        <a:rPr sz="1575" b="0">
                          <a:solidFill>
                            <a:srgbClr val="10283D"/>
                          </a:solidFill>
                          <a:latin typeface="DejaVu Sans"/>
                          <a:ea typeface="DejaVu Sans"/>
                          <a:cs typeface="DejaVu Sans"/>
                        </a:rPr>
                        <a:t>3 T2D</a:t>
                      </a:r>
                    </a:p>
                  </a:txBody>
                  <a:tcPr marL="91440" marR="91440" marT="45720" marB="45720">
                    <a:solidFill>
                      <a:srgbClr val="EDF3F5"/>
                    </a:solidFill>
                  </a:tcPr>
                </a:tc>
                <a:tc>
                  <a:txBody>
                    <a:bodyPr lIns="114300" tIns="114300" rIns="114300" bIns="114300"/>
                    <a:lstStyle/>
                    <a:p>
                      <a:r>
                        <a:rPr sz="1575" b="0">
                          <a:solidFill>
                            <a:srgbClr val="10283D"/>
                          </a:solidFill>
                          <a:latin typeface="DejaVu Sans"/>
                          <a:ea typeface="DejaVu Sans"/>
                          <a:cs typeface="DejaVu Sans"/>
                        </a:rPr>
                        <a:t>Report held-out performance</a:t>
                      </a:r>
                    </a:p>
                  </a:txBody>
                  <a:tcPr marL="91440" marR="91440" marT="45720" marB="45720">
                    <a:solidFill>
                      <a:srgbClr val="EDF3F5"/>
                    </a:solidFill>
                  </a:tcPr>
                </a:tc>
              </a:tr>
            </a:tbl>
          </a:graphicData>
        </a:graphic>
      </p:graphicFrame>
      <p:sp>
        <p:nvSpPr>
          <p:cNvPr id="5" name="">
            <a:extLst xmlns:a="http://schemas.openxmlformats.org/drawingml/2006/main">
              <a:ext uri="{FF2B5EF4-FFF2-40B4-BE49-F238E27FC236}">
                <a16:creationId xmlns:a16="http://schemas.microsoft.com/office/drawing/2014/main" id="{42DE8E7E-EF81-49DB-B7C6-93F7959410D3}"/>
              </a:ext>
            </a:extLst>
          </p:cNvPr>
          <p:cNvSpPr>
            <a:spLocks xmlns:a="http://schemas.openxmlformats.org/drawingml/2006/main" noGrp="1"/>
          </p:cNvSpPr>
          <p:nvPr/>
        </p:nvSpPr>
        <p:spPr>
          <a:xfrm xmlns:a="http://schemas.openxmlformats.org/drawingml/2006/main">
            <a:off x="571500" y="5000625"/>
            <a:ext cx="4572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087F8C"/>
                </a:solidFill>
                <a:latin typeface="DejaVu Sans"/>
                <a:ea typeface="DejaVu Sans"/>
                <a:cs typeface="DejaVu Sans"/>
              </a:defRPr>
            </a:defPPr>
            <a:lvl1pPr>
              <a:defRPr sz="2475" b="1">
                <a:solidFill>
                  <a:srgbClr val="087F8C"/>
                </a:solidFill>
                <a:latin typeface="DejaVu Sans"/>
                <a:ea typeface="DejaVu Sans"/>
                <a:cs typeface="DejaVu Sans"/>
              </a:defRPr>
            </a:lvl1pPr>
            <a:lvl2pPr>
              <a:defRPr sz="2475" b="1">
                <a:solidFill>
                  <a:srgbClr val="087F8C"/>
                </a:solidFill>
                <a:latin typeface="DejaVu Sans"/>
                <a:ea typeface="DejaVu Sans"/>
                <a:cs typeface="DejaVu Sans"/>
              </a:defRPr>
            </a:lvl2pPr>
            <a:lvl3pPr>
              <a:defRPr sz="2475" b="1">
                <a:solidFill>
                  <a:srgbClr val="087F8C"/>
                </a:solidFill>
                <a:latin typeface="DejaVu Sans"/>
                <a:ea typeface="DejaVu Sans"/>
                <a:cs typeface="DejaVu Sans"/>
              </a:defRPr>
            </a:lvl3pPr>
            <a:lvl4pPr>
              <a:defRPr sz="2475" b="1">
                <a:solidFill>
                  <a:srgbClr val="087F8C"/>
                </a:solidFill>
                <a:latin typeface="DejaVu Sans"/>
                <a:ea typeface="DejaVu Sans"/>
                <a:cs typeface="DejaVu Sans"/>
              </a:defRPr>
            </a:lvl4pPr>
            <a:lvl5pPr>
              <a:defRPr sz="2475" b="1">
                <a:solidFill>
                  <a:srgbClr val="087F8C"/>
                </a:solidFill>
                <a:latin typeface="DejaVu Sans"/>
                <a:ea typeface="DejaVu Sans"/>
                <a:cs typeface="DejaVu Sans"/>
              </a:defRPr>
            </a:lvl5pPr>
            <a:lvl6pPr>
              <a:defRPr sz="2475" b="1">
                <a:solidFill>
                  <a:srgbClr val="087F8C"/>
                </a:solidFill>
                <a:latin typeface="DejaVu Sans"/>
                <a:ea typeface="DejaVu Sans"/>
                <a:cs typeface="DejaVu Sans"/>
              </a:defRPr>
            </a:lvl6pPr>
            <a:lvl7pPr>
              <a:defRPr sz="2475" b="1">
                <a:solidFill>
                  <a:srgbClr val="087F8C"/>
                </a:solidFill>
                <a:latin typeface="DejaVu Sans"/>
                <a:ea typeface="DejaVu Sans"/>
                <a:cs typeface="DejaVu Sans"/>
              </a:defRPr>
            </a:lvl7pPr>
            <a:lvl8pPr>
              <a:defRPr sz="2475" b="1">
                <a:solidFill>
                  <a:srgbClr val="087F8C"/>
                </a:solidFill>
                <a:latin typeface="DejaVu Sans"/>
                <a:ea typeface="DejaVu Sans"/>
                <a:cs typeface="DejaVu Sans"/>
              </a:defRPr>
            </a:lvl8pPr>
            <a:lvl9pPr>
              <a:defRPr sz="2475" b="1">
                <a:solidFill>
                  <a:srgbClr val="087F8C"/>
                </a:solidFill>
                <a:latin typeface="DejaVu Sans"/>
                <a:ea typeface="DejaVu Sans"/>
                <a:cs typeface="DejaVu Sans"/>
              </a:defRPr>
            </a:lvl9pPr>
          </a:lstStyle>
          <a:p xmlns:a="http://schemas.openxmlformats.org/drawingml/2006/main">
            <a:pPr>
              <a:defRPr sz="2475" b="1">
                <a:solidFill>
                  <a:srgbClr val="087F8C"/>
                </a:solidFill>
                <a:latin typeface="DejaVu Sans"/>
                <a:ea typeface="DejaVu Sans"/>
                <a:cs typeface="DejaVu Sans"/>
              </a:defRPr>
            </a:pPr>
            <a:r>
              <a:rPr sz="2475" b="1">
                <a:solidFill>
                  <a:srgbClr val="087F8C"/>
                </a:solidFill>
                <a:latin typeface="DejaVu Sans"/>
                <a:ea typeface="DejaVu Sans"/>
                <a:cs typeface="DejaVu Sans"/>
              </a:rPr>
              <a:t>24-hour warm-up</a:t>
            </a:r>
          </a:p>
        </p:txBody>
      </p:sp>
      <p:sp>
        <p:nvSpPr>
          <p:cNvPr id="6" name="">
            <a:extLst xmlns:a="http://schemas.openxmlformats.org/drawingml/2006/main">
              <a:ext uri="{FF2B5EF4-FFF2-40B4-BE49-F238E27FC236}">
                <a16:creationId xmlns:a16="http://schemas.microsoft.com/office/drawing/2014/main" id="{4EADFB54-8A93-4EE3-A709-63B167FB1689}"/>
              </a:ext>
            </a:extLst>
          </p:cNvPr>
          <p:cNvSpPr>
            <a:spLocks xmlns:a="http://schemas.openxmlformats.org/drawingml/2006/main" noGrp="1"/>
          </p:cNvSpPr>
          <p:nvPr/>
        </p:nvSpPr>
        <p:spPr>
          <a:xfrm xmlns:a="http://schemas.openxmlformats.org/drawingml/2006/main">
            <a:off x="571500" y="5572125"/>
            <a:ext cx="5048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9717F"/>
                </a:solidFill>
                <a:latin typeface="DejaVu Sans"/>
                <a:ea typeface="DejaVu Sans"/>
                <a:cs typeface="DejaVu Sans"/>
              </a:defRPr>
            </a:defPPr>
            <a:lvl1pPr>
              <a:defRPr sz="1725" b="0">
                <a:solidFill>
                  <a:srgbClr val="59717F"/>
                </a:solidFill>
                <a:latin typeface="DejaVu Sans"/>
                <a:ea typeface="DejaVu Sans"/>
                <a:cs typeface="DejaVu Sans"/>
              </a:defRPr>
            </a:lvl1pPr>
            <a:lvl2pPr>
              <a:defRPr sz="1725" b="0">
                <a:solidFill>
                  <a:srgbClr val="59717F"/>
                </a:solidFill>
                <a:latin typeface="DejaVu Sans"/>
                <a:ea typeface="DejaVu Sans"/>
                <a:cs typeface="DejaVu Sans"/>
              </a:defRPr>
            </a:lvl2pPr>
            <a:lvl3pPr>
              <a:defRPr sz="1725" b="0">
                <a:solidFill>
                  <a:srgbClr val="59717F"/>
                </a:solidFill>
                <a:latin typeface="DejaVu Sans"/>
                <a:ea typeface="DejaVu Sans"/>
                <a:cs typeface="DejaVu Sans"/>
              </a:defRPr>
            </a:lvl3pPr>
            <a:lvl4pPr>
              <a:defRPr sz="1725" b="0">
                <a:solidFill>
                  <a:srgbClr val="59717F"/>
                </a:solidFill>
                <a:latin typeface="DejaVu Sans"/>
                <a:ea typeface="DejaVu Sans"/>
                <a:cs typeface="DejaVu Sans"/>
              </a:defRPr>
            </a:lvl4pPr>
            <a:lvl5pPr>
              <a:defRPr sz="1725" b="0">
                <a:solidFill>
                  <a:srgbClr val="59717F"/>
                </a:solidFill>
                <a:latin typeface="DejaVu Sans"/>
                <a:ea typeface="DejaVu Sans"/>
                <a:cs typeface="DejaVu Sans"/>
              </a:defRPr>
            </a:lvl5pPr>
            <a:lvl6pPr>
              <a:defRPr sz="1725" b="0">
                <a:solidFill>
                  <a:srgbClr val="59717F"/>
                </a:solidFill>
                <a:latin typeface="DejaVu Sans"/>
                <a:ea typeface="DejaVu Sans"/>
                <a:cs typeface="DejaVu Sans"/>
              </a:defRPr>
            </a:lvl6pPr>
            <a:lvl7pPr>
              <a:defRPr sz="1725" b="0">
                <a:solidFill>
                  <a:srgbClr val="59717F"/>
                </a:solidFill>
                <a:latin typeface="DejaVu Sans"/>
                <a:ea typeface="DejaVu Sans"/>
                <a:cs typeface="DejaVu Sans"/>
              </a:defRPr>
            </a:lvl7pPr>
            <a:lvl8pPr>
              <a:defRPr sz="1725" b="0">
                <a:solidFill>
                  <a:srgbClr val="59717F"/>
                </a:solidFill>
                <a:latin typeface="DejaVu Sans"/>
                <a:ea typeface="DejaVu Sans"/>
                <a:cs typeface="DejaVu Sans"/>
              </a:defRPr>
            </a:lvl8pPr>
            <a:lvl9pPr>
              <a:defRPr sz="1725" b="0">
                <a:solidFill>
                  <a:srgbClr val="59717F"/>
                </a:solidFill>
                <a:latin typeface="DejaVu Sans"/>
                <a:ea typeface="DejaVu Sans"/>
                <a:cs typeface="DejaVu Sans"/>
              </a:defRPr>
            </a:lvl9pPr>
          </a:lstStyle>
          <a:p xmlns:a="http://schemas.openxmlformats.org/drawingml/2006/main">
            <a:pPr>
              <a:defRPr sz="1725" b="0">
                <a:solidFill>
                  <a:srgbClr val="59717F"/>
                </a:solidFill>
                <a:latin typeface="DejaVu Sans"/>
                <a:ea typeface="DejaVu Sans"/>
                <a:cs typeface="DejaVu Sans"/>
              </a:defRPr>
            </a:pPr>
            <a:r>
              <a:rPr sz="1725" b="0">
                <a:solidFill>
                  <a:srgbClr val="59717F"/>
                </a:solidFill>
                <a:latin typeface="DejaVu Sans"/>
                <a:ea typeface="DejaVu Sans"/>
                <a:cs typeface="DejaVu Sans"/>
              </a:rPr>
              <a:t>Earlier observations may personalize the twin; future observations cannot.</a:t>
            </a:r>
          </a:p>
        </p:txBody>
      </p:sp>
      <p:sp>
        <p:nvSpPr>
          <p:cNvPr id="7" name="">
            <a:extLst xmlns:a="http://schemas.openxmlformats.org/drawingml/2006/main">
              <a:ext uri="{FF2B5EF4-FFF2-40B4-BE49-F238E27FC236}">
                <a16:creationId xmlns:a16="http://schemas.microsoft.com/office/drawing/2014/main" id="{5753FA06-C989-42BC-A67E-675CEEB93262}"/>
              </a:ext>
            </a:extLst>
          </p:cNvPr>
          <p:cNvSpPr>
            <a:spLocks xmlns:a="http://schemas.openxmlformats.org/drawingml/2006/main" noGrp="1"/>
          </p:cNvSpPr>
          <p:nvPr/>
        </p:nvSpPr>
        <p:spPr>
          <a:xfrm xmlns:a="http://schemas.openxmlformats.org/drawingml/2006/main">
            <a:off x="6477000" y="5000625"/>
            <a:ext cx="5048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087F8C"/>
                </a:solidFill>
                <a:latin typeface="DejaVu Sans"/>
                <a:ea typeface="DejaVu Sans"/>
                <a:cs typeface="DejaVu Sans"/>
              </a:defRPr>
            </a:defPPr>
            <a:lvl1pPr>
              <a:defRPr sz="2475" b="1">
                <a:solidFill>
                  <a:srgbClr val="087F8C"/>
                </a:solidFill>
                <a:latin typeface="DejaVu Sans"/>
                <a:ea typeface="DejaVu Sans"/>
                <a:cs typeface="DejaVu Sans"/>
              </a:defRPr>
            </a:lvl1pPr>
            <a:lvl2pPr>
              <a:defRPr sz="2475" b="1">
                <a:solidFill>
                  <a:srgbClr val="087F8C"/>
                </a:solidFill>
                <a:latin typeface="DejaVu Sans"/>
                <a:ea typeface="DejaVu Sans"/>
                <a:cs typeface="DejaVu Sans"/>
              </a:defRPr>
            </a:lvl2pPr>
            <a:lvl3pPr>
              <a:defRPr sz="2475" b="1">
                <a:solidFill>
                  <a:srgbClr val="087F8C"/>
                </a:solidFill>
                <a:latin typeface="DejaVu Sans"/>
                <a:ea typeface="DejaVu Sans"/>
                <a:cs typeface="DejaVu Sans"/>
              </a:defRPr>
            </a:lvl3pPr>
            <a:lvl4pPr>
              <a:defRPr sz="2475" b="1">
                <a:solidFill>
                  <a:srgbClr val="087F8C"/>
                </a:solidFill>
                <a:latin typeface="DejaVu Sans"/>
                <a:ea typeface="DejaVu Sans"/>
                <a:cs typeface="DejaVu Sans"/>
              </a:defRPr>
            </a:lvl4pPr>
            <a:lvl5pPr>
              <a:defRPr sz="2475" b="1">
                <a:solidFill>
                  <a:srgbClr val="087F8C"/>
                </a:solidFill>
                <a:latin typeface="DejaVu Sans"/>
                <a:ea typeface="DejaVu Sans"/>
                <a:cs typeface="DejaVu Sans"/>
              </a:defRPr>
            </a:lvl5pPr>
            <a:lvl6pPr>
              <a:defRPr sz="2475" b="1">
                <a:solidFill>
                  <a:srgbClr val="087F8C"/>
                </a:solidFill>
                <a:latin typeface="DejaVu Sans"/>
                <a:ea typeface="DejaVu Sans"/>
                <a:cs typeface="DejaVu Sans"/>
              </a:defRPr>
            </a:lvl6pPr>
            <a:lvl7pPr>
              <a:defRPr sz="2475" b="1">
                <a:solidFill>
                  <a:srgbClr val="087F8C"/>
                </a:solidFill>
                <a:latin typeface="DejaVu Sans"/>
                <a:ea typeface="DejaVu Sans"/>
                <a:cs typeface="DejaVu Sans"/>
              </a:defRPr>
            </a:lvl7pPr>
            <a:lvl8pPr>
              <a:defRPr sz="2475" b="1">
                <a:solidFill>
                  <a:srgbClr val="087F8C"/>
                </a:solidFill>
                <a:latin typeface="DejaVu Sans"/>
                <a:ea typeface="DejaVu Sans"/>
                <a:cs typeface="DejaVu Sans"/>
              </a:defRPr>
            </a:lvl8pPr>
            <a:lvl9pPr>
              <a:defRPr sz="2475" b="1">
                <a:solidFill>
                  <a:srgbClr val="087F8C"/>
                </a:solidFill>
                <a:latin typeface="DejaVu Sans"/>
                <a:ea typeface="DejaVu Sans"/>
                <a:cs typeface="DejaVu Sans"/>
              </a:defRPr>
            </a:lvl9pPr>
          </a:lstStyle>
          <a:p xmlns:a="http://schemas.openxmlformats.org/drawingml/2006/main">
            <a:pPr>
              <a:defRPr sz="2475" b="1">
                <a:solidFill>
                  <a:srgbClr val="087F8C"/>
                </a:solidFill>
                <a:latin typeface="DejaVu Sans"/>
                <a:ea typeface="DejaVu Sans"/>
                <a:cs typeface="DejaVu Sans"/>
              </a:defRPr>
            </a:pPr>
            <a:r>
              <a:rPr sz="2475" b="1">
                <a:solidFill>
                  <a:srgbClr val="087F8C"/>
                </a:solidFill>
                <a:latin typeface="DejaVu Sans"/>
                <a:ea typeface="DejaVu Sans"/>
                <a:cs typeface="DejaVu Sans"/>
              </a:rPr>
              <a:t>Patient-macro metrics</a:t>
            </a:r>
          </a:p>
        </p:txBody>
      </p:sp>
      <p:sp>
        <p:nvSpPr>
          <p:cNvPr id="8" name="">
            <a:extLst xmlns:a="http://schemas.openxmlformats.org/drawingml/2006/main">
              <a:ext uri="{FF2B5EF4-FFF2-40B4-BE49-F238E27FC236}">
                <a16:creationId xmlns:a16="http://schemas.microsoft.com/office/drawing/2014/main" id="{26125BD0-7960-427A-B2D7-573A0FEB4AEF}"/>
              </a:ext>
            </a:extLst>
          </p:cNvPr>
          <p:cNvSpPr>
            <a:spLocks xmlns:a="http://schemas.openxmlformats.org/drawingml/2006/main" noGrp="1"/>
          </p:cNvSpPr>
          <p:nvPr/>
        </p:nvSpPr>
        <p:spPr>
          <a:xfrm xmlns:a="http://schemas.openxmlformats.org/drawingml/2006/main">
            <a:off x="6477000" y="5572125"/>
            <a:ext cx="5048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9717F"/>
                </a:solidFill>
                <a:latin typeface="DejaVu Sans"/>
                <a:ea typeface="DejaVu Sans"/>
                <a:cs typeface="DejaVu Sans"/>
              </a:defRPr>
            </a:defPPr>
            <a:lvl1pPr>
              <a:defRPr sz="1725" b="0">
                <a:solidFill>
                  <a:srgbClr val="59717F"/>
                </a:solidFill>
                <a:latin typeface="DejaVu Sans"/>
                <a:ea typeface="DejaVu Sans"/>
                <a:cs typeface="DejaVu Sans"/>
              </a:defRPr>
            </a:lvl1pPr>
            <a:lvl2pPr>
              <a:defRPr sz="1725" b="0">
                <a:solidFill>
                  <a:srgbClr val="59717F"/>
                </a:solidFill>
                <a:latin typeface="DejaVu Sans"/>
                <a:ea typeface="DejaVu Sans"/>
                <a:cs typeface="DejaVu Sans"/>
              </a:defRPr>
            </a:lvl2pPr>
            <a:lvl3pPr>
              <a:defRPr sz="1725" b="0">
                <a:solidFill>
                  <a:srgbClr val="59717F"/>
                </a:solidFill>
                <a:latin typeface="DejaVu Sans"/>
                <a:ea typeface="DejaVu Sans"/>
                <a:cs typeface="DejaVu Sans"/>
              </a:defRPr>
            </a:lvl3pPr>
            <a:lvl4pPr>
              <a:defRPr sz="1725" b="0">
                <a:solidFill>
                  <a:srgbClr val="59717F"/>
                </a:solidFill>
                <a:latin typeface="DejaVu Sans"/>
                <a:ea typeface="DejaVu Sans"/>
                <a:cs typeface="DejaVu Sans"/>
              </a:defRPr>
            </a:lvl4pPr>
            <a:lvl5pPr>
              <a:defRPr sz="1725" b="0">
                <a:solidFill>
                  <a:srgbClr val="59717F"/>
                </a:solidFill>
                <a:latin typeface="DejaVu Sans"/>
                <a:ea typeface="DejaVu Sans"/>
                <a:cs typeface="DejaVu Sans"/>
              </a:defRPr>
            </a:lvl5pPr>
            <a:lvl6pPr>
              <a:defRPr sz="1725" b="0">
                <a:solidFill>
                  <a:srgbClr val="59717F"/>
                </a:solidFill>
                <a:latin typeface="DejaVu Sans"/>
                <a:ea typeface="DejaVu Sans"/>
                <a:cs typeface="DejaVu Sans"/>
              </a:defRPr>
            </a:lvl6pPr>
            <a:lvl7pPr>
              <a:defRPr sz="1725" b="0">
                <a:solidFill>
                  <a:srgbClr val="59717F"/>
                </a:solidFill>
                <a:latin typeface="DejaVu Sans"/>
                <a:ea typeface="DejaVu Sans"/>
                <a:cs typeface="DejaVu Sans"/>
              </a:defRPr>
            </a:lvl7pPr>
            <a:lvl8pPr>
              <a:defRPr sz="1725" b="0">
                <a:solidFill>
                  <a:srgbClr val="59717F"/>
                </a:solidFill>
                <a:latin typeface="DejaVu Sans"/>
                <a:ea typeface="DejaVu Sans"/>
                <a:cs typeface="DejaVu Sans"/>
              </a:defRPr>
            </a:lvl8pPr>
            <a:lvl9pPr>
              <a:defRPr sz="1725" b="0">
                <a:solidFill>
                  <a:srgbClr val="59717F"/>
                </a:solidFill>
                <a:latin typeface="DejaVu Sans"/>
                <a:ea typeface="DejaVu Sans"/>
                <a:cs typeface="DejaVu Sans"/>
              </a:defRPr>
            </a:lvl9pPr>
          </a:lstStyle>
          <a:p xmlns:a="http://schemas.openxmlformats.org/drawingml/2006/main">
            <a:pPr>
              <a:defRPr sz="1725" b="0">
                <a:solidFill>
                  <a:srgbClr val="59717F"/>
                </a:solidFill>
                <a:latin typeface="DejaVu Sans"/>
                <a:ea typeface="DejaVu Sans"/>
                <a:cs typeface="DejaVu Sans"/>
              </a:defRPr>
            </a:pPr>
            <a:r>
              <a:rPr sz="1725" b="0">
                <a:solidFill>
                  <a:srgbClr val="59717F"/>
                </a:solidFill>
                <a:latin typeface="DejaVu Sans"/>
                <a:ea typeface="DejaVu Sans"/>
                <a:cs typeface="DejaVu Sans"/>
              </a:rPr>
              <a:t>Each test participant contributes equally to headline forecast errors.</a:t>
            </a:r>
          </a:p>
        </p:txBody>
      </p:sp>
    </p:spTree>
    <p:extLst>
      <p:ext uri="{BB962C8B-B14F-4D97-AF65-F5344CB8AC3E}">
        <p14:creationId xmlns:p14="http://schemas.microsoft.com/office/powerpoint/2010/main" val="752114960"/>
      </p:ext>
    </p:extLst>
  </p:cSld>
</p:sld>
</file>

<file path=ppt/slides/slide7.xml><?xml version="1.0" encoding="utf-8"?>
<p:sld xmlns:p="http://schemas.openxmlformats.org/presentationml/2006/main">
  <p:cSld>
    <p:bg>
      <p:bgPr>
        <a:solidFill xmlns:a="http://schemas.openxmlformats.org/drawingml/2006/main">
          <a:srgbClr val="F5F8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A4AC574-9655-416F-8C8C-2C4030998FF8}"/>
              </a:ext>
            </a:extLst>
          </p:cNvPr>
          <p:cNvSpPr>
            <a:spLocks xmlns:a="http://schemas.openxmlformats.org/drawingml/2006/main" noGrp="1"/>
          </p:cNvSpPr>
          <p:nvPr/>
        </p:nvSpPr>
        <p:spPr>
          <a:xfrm xmlns:a="http://schemas.openxmlformats.org/drawingml/2006/main">
            <a:off x="571500" y="400050"/>
            <a:ext cx="11049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150" b="1">
                <a:solidFill>
                  <a:srgbClr val="10283D"/>
                </a:solidFill>
                <a:latin typeface="DejaVu Sans"/>
                <a:ea typeface="DejaVu Sans"/>
                <a:cs typeface="DejaVu Sans"/>
              </a:defRPr>
            </a:defPPr>
            <a:lvl1pPr>
              <a:defRPr sz="3150" b="1">
                <a:solidFill>
                  <a:srgbClr val="10283D"/>
                </a:solidFill>
                <a:latin typeface="DejaVu Sans"/>
                <a:ea typeface="DejaVu Sans"/>
                <a:cs typeface="DejaVu Sans"/>
              </a:defRPr>
            </a:lvl1pPr>
            <a:lvl2pPr>
              <a:defRPr sz="3150" b="1">
                <a:solidFill>
                  <a:srgbClr val="10283D"/>
                </a:solidFill>
                <a:latin typeface="DejaVu Sans"/>
                <a:ea typeface="DejaVu Sans"/>
                <a:cs typeface="DejaVu Sans"/>
              </a:defRPr>
            </a:lvl2pPr>
            <a:lvl3pPr>
              <a:defRPr sz="3150" b="1">
                <a:solidFill>
                  <a:srgbClr val="10283D"/>
                </a:solidFill>
                <a:latin typeface="DejaVu Sans"/>
                <a:ea typeface="DejaVu Sans"/>
                <a:cs typeface="DejaVu Sans"/>
              </a:defRPr>
            </a:lvl3pPr>
            <a:lvl4pPr>
              <a:defRPr sz="3150" b="1">
                <a:solidFill>
                  <a:srgbClr val="10283D"/>
                </a:solidFill>
                <a:latin typeface="DejaVu Sans"/>
                <a:ea typeface="DejaVu Sans"/>
                <a:cs typeface="DejaVu Sans"/>
              </a:defRPr>
            </a:lvl4pPr>
            <a:lvl5pPr>
              <a:defRPr sz="3150" b="1">
                <a:solidFill>
                  <a:srgbClr val="10283D"/>
                </a:solidFill>
                <a:latin typeface="DejaVu Sans"/>
                <a:ea typeface="DejaVu Sans"/>
                <a:cs typeface="DejaVu Sans"/>
              </a:defRPr>
            </a:lvl5pPr>
            <a:lvl6pPr>
              <a:defRPr sz="3150" b="1">
                <a:solidFill>
                  <a:srgbClr val="10283D"/>
                </a:solidFill>
                <a:latin typeface="DejaVu Sans"/>
                <a:ea typeface="DejaVu Sans"/>
                <a:cs typeface="DejaVu Sans"/>
              </a:defRPr>
            </a:lvl6pPr>
            <a:lvl7pPr>
              <a:defRPr sz="3150" b="1">
                <a:solidFill>
                  <a:srgbClr val="10283D"/>
                </a:solidFill>
                <a:latin typeface="DejaVu Sans"/>
                <a:ea typeface="DejaVu Sans"/>
                <a:cs typeface="DejaVu Sans"/>
              </a:defRPr>
            </a:lvl7pPr>
            <a:lvl8pPr>
              <a:defRPr sz="3150" b="1">
                <a:solidFill>
                  <a:srgbClr val="10283D"/>
                </a:solidFill>
                <a:latin typeface="DejaVu Sans"/>
                <a:ea typeface="DejaVu Sans"/>
                <a:cs typeface="DejaVu Sans"/>
              </a:defRPr>
            </a:lvl8pPr>
            <a:lvl9pPr>
              <a:defRPr sz="3150" b="1">
                <a:solidFill>
                  <a:srgbClr val="10283D"/>
                </a:solidFill>
                <a:latin typeface="DejaVu Sans"/>
                <a:ea typeface="DejaVu Sans"/>
                <a:cs typeface="DejaVu Sans"/>
              </a:defRPr>
            </a:lvl9pPr>
          </a:lstStyle>
          <a:p xmlns:a="http://schemas.openxmlformats.org/drawingml/2006/main">
            <a:pPr>
              <a:defRPr sz="3150" b="1">
                <a:solidFill>
                  <a:srgbClr val="10283D"/>
                </a:solidFill>
                <a:latin typeface="DejaVu Sans"/>
                <a:ea typeface="DejaVu Sans"/>
                <a:cs typeface="DejaVu Sans"/>
              </a:defRPr>
            </a:pPr>
            <a:r>
              <a:rPr sz="3150" b="1">
                <a:solidFill>
                  <a:srgbClr val="10283D"/>
                </a:solidFill>
                <a:latin typeface="DejaVu Sans"/>
                <a:ea typeface="DejaVu Sans"/>
                <a:cs typeface="DejaVu Sans"/>
              </a:rPr>
              <a:t>Measured forecast performance</a:t>
            </a:r>
          </a:p>
        </p:txBody>
      </p:sp>
      <p:sp>
        <p:nvSpPr>
          <p:cNvPr id="2" name="">
            <a:extLst xmlns:a="http://schemas.openxmlformats.org/drawingml/2006/main">
              <a:ext uri="{FF2B5EF4-FFF2-40B4-BE49-F238E27FC236}">
                <a16:creationId xmlns:a16="http://schemas.microsoft.com/office/drawing/2014/main" id="{C0C76982-06F6-4F93-9CF8-5C43DC34F26D}"/>
              </a:ext>
            </a:extLst>
          </p:cNvPr>
          <p:cNvSpPr>
            <a:spLocks xmlns:a="http://schemas.openxmlformats.org/drawingml/2006/main" noGrp="1"/>
          </p:cNvSpPr>
          <p:nvPr/>
        </p:nvSpPr>
        <p:spPr>
          <a:xfrm xmlns:a="http://schemas.openxmlformats.org/drawingml/2006/main">
            <a:off x="571500" y="6448425"/>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9717F"/>
                </a:solidFill>
                <a:latin typeface="DejaVu Sans"/>
                <a:ea typeface="DejaVu Sans"/>
                <a:cs typeface="DejaVu Sans"/>
              </a:defRPr>
            </a:defPPr>
            <a:lvl1pPr>
              <a:defRPr sz="1050" b="0">
                <a:solidFill>
                  <a:srgbClr val="59717F"/>
                </a:solidFill>
                <a:latin typeface="DejaVu Sans"/>
                <a:ea typeface="DejaVu Sans"/>
                <a:cs typeface="DejaVu Sans"/>
              </a:defRPr>
            </a:lvl1pPr>
            <a:lvl2pPr>
              <a:defRPr sz="1050" b="0">
                <a:solidFill>
                  <a:srgbClr val="59717F"/>
                </a:solidFill>
                <a:latin typeface="DejaVu Sans"/>
                <a:ea typeface="DejaVu Sans"/>
                <a:cs typeface="DejaVu Sans"/>
              </a:defRPr>
            </a:lvl2pPr>
            <a:lvl3pPr>
              <a:defRPr sz="1050" b="0">
                <a:solidFill>
                  <a:srgbClr val="59717F"/>
                </a:solidFill>
                <a:latin typeface="DejaVu Sans"/>
                <a:ea typeface="DejaVu Sans"/>
                <a:cs typeface="DejaVu Sans"/>
              </a:defRPr>
            </a:lvl3pPr>
            <a:lvl4pPr>
              <a:defRPr sz="1050" b="0">
                <a:solidFill>
                  <a:srgbClr val="59717F"/>
                </a:solidFill>
                <a:latin typeface="DejaVu Sans"/>
                <a:ea typeface="DejaVu Sans"/>
                <a:cs typeface="DejaVu Sans"/>
              </a:defRPr>
            </a:lvl4pPr>
            <a:lvl5pPr>
              <a:defRPr sz="1050" b="0">
                <a:solidFill>
                  <a:srgbClr val="59717F"/>
                </a:solidFill>
                <a:latin typeface="DejaVu Sans"/>
                <a:ea typeface="DejaVu Sans"/>
                <a:cs typeface="DejaVu Sans"/>
              </a:defRPr>
            </a:lvl5pPr>
            <a:lvl6pPr>
              <a:defRPr sz="1050" b="0">
                <a:solidFill>
                  <a:srgbClr val="59717F"/>
                </a:solidFill>
                <a:latin typeface="DejaVu Sans"/>
                <a:ea typeface="DejaVu Sans"/>
                <a:cs typeface="DejaVu Sans"/>
              </a:defRPr>
            </a:lvl6pPr>
            <a:lvl7pPr>
              <a:defRPr sz="1050" b="0">
                <a:solidFill>
                  <a:srgbClr val="59717F"/>
                </a:solidFill>
                <a:latin typeface="DejaVu Sans"/>
                <a:ea typeface="DejaVu Sans"/>
                <a:cs typeface="DejaVu Sans"/>
              </a:defRPr>
            </a:lvl7pPr>
            <a:lvl8pPr>
              <a:defRPr sz="1050" b="0">
                <a:solidFill>
                  <a:srgbClr val="59717F"/>
                </a:solidFill>
                <a:latin typeface="DejaVu Sans"/>
                <a:ea typeface="DejaVu Sans"/>
                <a:cs typeface="DejaVu Sans"/>
              </a:defRPr>
            </a:lvl8pPr>
            <a:lvl9pPr>
              <a:defRPr sz="1050" b="0">
                <a:solidFill>
                  <a:srgbClr val="59717F"/>
                </a:solidFill>
                <a:latin typeface="DejaVu Sans"/>
                <a:ea typeface="DejaVu Sans"/>
                <a:cs typeface="DejaVu Sans"/>
              </a:defRPr>
            </a:lvl9pPr>
          </a:lstStyle>
          <a:p xmlns:a="http://schemas.openxmlformats.org/drawingml/2006/main">
            <a:pPr>
              <a:defRPr sz="1050" b="0">
                <a:solidFill>
                  <a:srgbClr val="59717F"/>
                </a:solidFill>
                <a:latin typeface="DejaVu Sans"/>
                <a:ea typeface="DejaVu Sans"/>
                <a:cs typeface="DejaVu Sans"/>
              </a:defRPr>
            </a:pPr>
            <a:r>
              <a:rPr sz="1050" b="0">
                <a:solidFill>
                  <a:srgbClr val="59717F"/>
                </a:solidFill>
                <a:latin typeface="DejaVu Sans"/>
                <a:ea typeface="DejaVu Sans"/>
                <a:cs typeface="DejaVu Sans"/>
              </a:rPr>
              <a:t>TEAM PRODUCT  /  IIT KANPUR</a:t>
            </a:r>
          </a:p>
        </p:txBody>
      </p:sp>
      <p:sp>
        <p:nvSpPr>
          <p:cNvPr id="3" name="">
            <a:extLst xmlns:a="http://schemas.openxmlformats.org/drawingml/2006/main">
              <a:ext uri="{FF2B5EF4-FFF2-40B4-BE49-F238E27FC236}">
                <a16:creationId xmlns:a16="http://schemas.microsoft.com/office/drawing/2014/main" id="{7AE0B0EC-DB04-49D5-AB4D-DF6F36222926}"/>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9717F"/>
                </a:solidFill>
                <a:latin typeface="DejaVu Sans"/>
                <a:ea typeface="DejaVu Sans"/>
                <a:cs typeface="DejaVu Sans"/>
              </a:defRPr>
            </a:defPPr>
            <a:lvl1pPr>
              <a:defRPr sz="1050" b="0">
                <a:solidFill>
                  <a:srgbClr val="59717F"/>
                </a:solidFill>
                <a:latin typeface="DejaVu Sans"/>
                <a:ea typeface="DejaVu Sans"/>
                <a:cs typeface="DejaVu Sans"/>
              </a:defRPr>
            </a:lvl1pPr>
            <a:lvl2pPr>
              <a:defRPr sz="1050" b="0">
                <a:solidFill>
                  <a:srgbClr val="59717F"/>
                </a:solidFill>
                <a:latin typeface="DejaVu Sans"/>
                <a:ea typeface="DejaVu Sans"/>
                <a:cs typeface="DejaVu Sans"/>
              </a:defRPr>
            </a:lvl2pPr>
            <a:lvl3pPr>
              <a:defRPr sz="1050" b="0">
                <a:solidFill>
                  <a:srgbClr val="59717F"/>
                </a:solidFill>
                <a:latin typeface="DejaVu Sans"/>
                <a:ea typeface="DejaVu Sans"/>
                <a:cs typeface="DejaVu Sans"/>
              </a:defRPr>
            </a:lvl3pPr>
            <a:lvl4pPr>
              <a:defRPr sz="1050" b="0">
                <a:solidFill>
                  <a:srgbClr val="59717F"/>
                </a:solidFill>
                <a:latin typeface="DejaVu Sans"/>
                <a:ea typeface="DejaVu Sans"/>
                <a:cs typeface="DejaVu Sans"/>
              </a:defRPr>
            </a:lvl4pPr>
            <a:lvl5pPr>
              <a:defRPr sz="1050" b="0">
                <a:solidFill>
                  <a:srgbClr val="59717F"/>
                </a:solidFill>
                <a:latin typeface="DejaVu Sans"/>
                <a:ea typeface="DejaVu Sans"/>
                <a:cs typeface="DejaVu Sans"/>
              </a:defRPr>
            </a:lvl5pPr>
            <a:lvl6pPr>
              <a:defRPr sz="1050" b="0">
                <a:solidFill>
                  <a:srgbClr val="59717F"/>
                </a:solidFill>
                <a:latin typeface="DejaVu Sans"/>
                <a:ea typeface="DejaVu Sans"/>
                <a:cs typeface="DejaVu Sans"/>
              </a:defRPr>
            </a:lvl6pPr>
            <a:lvl7pPr>
              <a:defRPr sz="1050" b="0">
                <a:solidFill>
                  <a:srgbClr val="59717F"/>
                </a:solidFill>
                <a:latin typeface="DejaVu Sans"/>
                <a:ea typeface="DejaVu Sans"/>
                <a:cs typeface="DejaVu Sans"/>
              </a:defRPr>
            </a:lvl7pPr>
            <a:lvl8pPr>
              <a:defRPr sz="1050" b="0">
                <a:solidFill>
                  <a:srgbClr val="59717F"/>
                </a:solidFill>
                <a:latin typeface="DejaVu Sans"/>
                <a:ea typeface="DejaVu Sans"/>
                <a:cs typeface="DejaVu Sans"/>
              </a:defRPr>
            </a:lvl8pPr>
            <a:lvl9pPr>
              <a:defRPr sz="1050" b="0">
                <a:solidFill>
                  <a:srgbClr val="59717F"/>
                </a:solidFill>
                <a:latin typeface="DejaVu Sans"/>
                <a:ea typeface="DejaVu Sans"/>
                <a:cs typeface="DejaVu Sans"/>
              </a:defRPr>
            </a:lvl9pPr>
          </a:lstStyle>
          <a:p xmlns:a="http://schemas.openxmlformats.org/drawingml/2006/main">
            <a:pPr>
              <a:defRPr sz="1050" b="0">
                <a:solidFill>
                  <a:srgbClr val="59717F"/>
                </a:solidFill>
                <a:latin typeface="DejaVu Sans"/>
                <a:ea typeface="DejaVu Sans"/>
                <a:cs typeface="DejaVu Sans"/>
              </a:defRPr>
            </a:pPr>
            <a:r>
              <a:rPr sz="1050" b="0">
                <a:solidFill>
                  <a:srgbClr val="59717F"/>
                </a:solidFill>
                <a:latin typeface="DejaVu Sans"/>
                <a:ea typeface="DejaVu Sans"/>
                <a:cs typeface="DejaVu Sans"/>
              </a:rPr>
              <a:t>07</a:t>
            </a:r>
          </a:p>
        </p:txBody>
      </p:sp>
      <p:graphicFrame>
        <p:nvGraphicFramePr>
          <p:cNvPr id="4" name="Chart">
            <a:extLst xmlns:a="http://schemas.openxmlformats.org/drawingml/2006/main">
              <a:ext uri="{FF2B5EF4-FFF2-40B4-BE49-F238E27FC236}">
                <a16:creationId xmlns:a16="http://schemas.microsoft.com/office/drawing/2014/main" id="{C30F20E9-A56A-4D44-89E3-11E869BB99AB}"/>
              </a:ext>
            </a:extLst>
          </p:cNvPr>
          <p:cNvGraphicFramePr/>
          <p:nvPr/>
        </p:nvGraphicFramePr>
        <p:xfrm>
          <a:off xmlns:a="http://schemas.openxmlformats.org/drawingml/2006/main" x="571500" y="1524000"/>
          <a:ext xmlns:a="http://schemas.openxmlformats.org/drawingml/2006/main" cx="8096250" cy="4095750"/>
        </p:xfrm>
        <a:graphic xmlns:a="http://schemas.openxmlformats.org/drawingml/2006/main">
          <a:graphicData uri="http://schemas.openxmlformats.org/drawingml/2006/chart">
            <c:chart xmlns:r="http://schemas.openxmlformats.org/officeDocument/2006/relationships" xmlns:c="http://schemas.openxmlformats.org/drawingml/2006/chart" r:id="Rdb5cbaaede6149c6"/>
          </a:graphicData>
        </a:graphic>
      </p:graphicFrame>
      <p:sp>
        <p:nvSpPr>
          <p:cNvPr id="5" name="">
            <a:extLst xmlns:a="http://schemas.openxmlformats.org/drawingml/2006/main">
              <a:ext uri="{FF2B5EF4-FFF2-40B4-BE49-F238E27FC236}">
                <a16:creationId xmlns:a16="http://schemas.microsoft.com/office/drawing/2014/main" id="{05507D43-DD15-4A13-AC30-884CEFA3B1E3}"/>
              </a:ext>
            </a:extLst>
          </p:cNvPr>
          <p:cNvSpPr>
            <a:spLocks xmlns:a="http://schemas.openxmlformats.org/drawingml/2006/main" noGrp="1"/>
          </p:cNvSpPr>
          <p:nvPr/>
        </p:nvSpPr>
        <p:spPr>
          <a:xfrm xmlns:a="http://schemas.openxmlformats.org/drawingml/2006/main">
            <a:off x="9048750" y="1714500"/>
            <a:ext cx="2476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950" b="1">
                <a:solidFill>
                  <a:srgbClr val="087F8C"/>
                </a:solidFill>
                <a:latin typeface="DejaVu Sans"/>
                <a:ea typeface="DejaVu Sans"/>
                <a:cs typeface="DejaVu Sans"/>
              </a:defRPr>
            </a:defPPr>
            <a:lvl1pPr>
              <a:defRPr sz="4950" b="1">
                <a:solidFill>
                  <a:srgbClr val="087F8C"/>
                </a:solidFill>
                <a:latin typeface="DejaVu Sans"/>
                <a:ea typeface="DejaVu Sans"/>
                <a:cs typeface="DejaVu Sans"/>
              </a:defRPr>
            </a:lvl1pPr>
            <a:lvl2pPr>
              <a:defRPr sz="4950" b="1">
                <a:solidFill>
                  <a:srgbClr val="087F8C"/>
                </a:solidFill>
                <a:latin typeface="DejaVu Sans"/>
                <a:ea typeface="DejaVu Sans"/>
                <a:cs typeface="DejaVu Sans"/>
              </a:defRPr>
            </a:lvl2pPr>
            <a:lvl3pPr>
              <a:defRPr sz="4950" b="1">
                <a:solidFill>
                  <a:srgbClr val="087F8C"/>
                </a:solidFill>
                <a:latin typeface="DejaVu Sans"/>
                <a:ea typeface="DejaVu Sans"/>
                <a:cs typeface="DejaVu Sans"/>
              </a:defRPr>
            </a:lvl3pPr>
            <a:lvl4pPr>
              <a:defRPr sz="4950" b="1">
                <a:solidFill>
                  <a:srgbClr val="087F8C"/>
                </a:solidFill>
                <a:latin typeface="DejaVu Sans"/>
                <a:ea typeface="DejaVu Sans"/>
                <a:cs typeface="DejaVu Sans"/>
              </a:defRPr>
            </a:lvl4pPr>
            <a:lvl5pPr>
              <a:defRPr sz="4950" b="1">
                <a:solidFill>
                  <a:srgbClr val="087F8C"/>
                </a:solidFill>
                <a:latin typeface="DejaVu Sans"/>
                <a:ea typeface="DejaVu Sans"/>
                <a:cs typeface="DejaVu Sans"/>
              </a:defRPr>
            </a:lvl5pPr>
            <a:lvl6pPr>
              <a:defRPr sz="4950" b="1">
                <a:solidFill>
                  <a:srgbClr val="087F8C"/>
                </a:solidFill>
                <a:latin typeface="DejaVu Sans"/>
                <a:ea typeface="DejaVu Sans"/>
                <a:cs typeface="DejaVu Sans"/>
              </a:defRPr>
            </a:lvl6pPr>
            <a:lvl7pPr>
              <a:defRPr sz="4950" b="1">
                <a:solidFill>
                  <a:srgbClr val="087F8C"/>
                </a:solidFill>
                <a:latin typeface="DejaVu Sans"/>
                <a:ea typeface="DejaVu Sans"/>
                <a:cs typeface="DejaVu Sans"/>
              </a:defRPr>
            </a:lvl7pPr>
            <a:lvl8pPr>
              <a:defRPr sz="4950" b="1">
                <a:solidFill>
                  <a:srgbClr val="087F8C"/>
                </a:solidFill>
                <a:latin typeface="DejaVu Sans"/>
                <a:ea typeface="DejaVu Sans"/>
                <a:cs typeface="DejaVu Sans"/>
              </a:defRPr>
            </a:lvl8pPr>
            <a:lvl9pPr>
              <a:defRPr sz="4950" b="1">
                <a:solidFill>
                  <a:srgbClr val="087F8C"/>
                </a:solidFill>
                <a:latin typeface="DejaVu Sans"/>
                <a:ea typeface="DejaVu Sans"/>
                <a:cs typeface="DejaVu Sans"/>
              </a:defRPr>
            </a:lvl9pPr>
          </a:lstStyle>
          <a:p xmlns:a="http://schemas.openxmlformats.org/drawingml/2006/main">
            <a:pPr>
              <a:defRPr sz="4950" b="1">
                <a:solidFill>
                  <a:srgbClr val="087F8C"/>
                </a:solidFill>
                <a:latin typeface="DejaVu Sans"/>
                <a:ea typeface="DejaVu Sans"/>
                <a:cs typeface="DejaVu Sans"/>
              </a:defRPr>
            </a:pPr>
            <a:r>
              <a:rPr sz="4950" b="1">
                <a:solidFill>
                  <a:srgbClr val="087F8C"/>
                </a:solidFill>
                <a:latin typeface="DejaVu Sans"/>
                <a:ea typeface="DejaVu Sans"/>
                <a:cs typeface="DejaVu Sans"/>
              </a:rPr>
              <a:t>9.6%</a:t>
            </a:r>
          </a:p>
        </p:txBody>
      </p:sp>
      <p:sp>
        <p:nvSpPr>
          <p:cNvPr id="6" name="">
            <a:extLst xmlns:a="http://schemas.openxmlformats.org/drawingml/2006/main">
              <a:ext uri="{FF2B5EF4-FFF2-40B4-BE49-F238E27FC236}">
                <a16:creationId xmlns:a16="http://schemas.microsoft.com/office/drawing/2014/main" id="{31059E87-870F-4EF0-80B3-98D956BF4D5E}"/>
              </a:ext>
            </a:extLst>
          </p:cNvPr>
          <p:cNvSpPr>
            <a:spLocks xmlns:a="http://schemas.openxmlformats.org/drawingml/2006/main" noGrp="1"/>
          </p:cNvSpPr>
          <p:nvPr/>
        </p:nvSpPr>
        <p:spPr>
          <a:xfrm xmlns:a="http://schemas.openxmlformats.org/drawingml/2006/main">
            <a:off x="9048750" y="2571750"/>
            <a:ext cx="2571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10283D"/>
                </a:solidFill>
                <a:latin typeface="DejaVu Sans"/>
                <a:ea typeface="DejaVu Sans"/>
                <a:cs typeface="DejaVu Sans"/>
              </a:defRPr>
            </a:defPPr>
            <a:lvl1pPr>
              <a:defRPr sz="1875" b="0">
                <a:solidFill>
                  <a:srgbClr val="10283D"/>
                </a:solidFill>
                <a:latin typeface="DejaVu Sans"/>
                <a:ea typeface="DejaVu Sans"/>
                <a:cs typeface="DejaVu Sans"/>
              </a:defRPr>
            </a:lvl1pPr>
            <a:lvl2pPr>
              <a:defRPr sz="1875" b="0">
                <a:solidFill>
                  <a:srgbClr val="10283D"/>
                </a:solidFill>
                <a:latin typeface="DejaVu Sans"/>
                <a:ea typeface="DejaVu Sans"/>
                <a:cs typeface="DejaVu Sans"/>
              </a:defRPr>
            </a:lvl2pPr>
            <a:lvl3pPr>
              <a:defRPr sz="1875" b="0">
                <a:solidFill>
                  <a:srgbClr val="10283D"/>
                </a:solidFill>
                <a:latin typeface="DejaVu Sans"/>
                <a:ea typeface="DejaVu Sans"/>
                <a:cs typeface="DejaVu Sans"/>
              </a:defRPr>
            </a:lvl3pPr>
            <a:lvl4pPr>
              <a:defRPr sz="1875" b="0">
                <a:solidFill>
                  <a:srgbClr val="10283D"/>
                </a:solidFill>
                <a:latin typeface="DejaVu Sans"/>
                <a:ea typeface="DejaVu Sans"/>
                <a:cs typeface="DejaVu Sans"/>
              </a:defRPr>
            </a:lvl4pPr>
            <a:lvl5pPr>
              <a:defRPr sz="1875" b="0">
                <a:solidFill>
                  <a:srgbClr val="10283D"/>
                </a:solidFill>
                <a:latin typeface="DejaVu Sans"/>
                <a:ea typeface="DejaVu Sans"/>
                <a:cs typeface="DejaVu Sans"/>
              </a:defRPr>
            </a:lvl5pPr>
            <a:lvl6pPr>
              <a:defRPr sz="1875" b="0">
                <a:solidFill>
                  <a:srgbClr val="10283D"/>
                </a:solidFill>
                <a:latin typeface="DejaVu Sans"/>
                <a:ea typeface="DejaVu Sans"/>
                <a:cs typeface="DejaVu Sans"/>
              </a:defRPr>
            </a:lvl6pPr>
            <a:lvl7pPr>
              <a:defRPr sz="1875" b="0">
                <a:solidFill>
                  <a:srgbClr val="10283D"/>
                </a:solidFill>
                <a:latin typeface="DejaVu Sans"/>
                <a:ea typeface="DejaVu Sans"/>
                <a:cs typeface="DejaVu Sans"/>
              </a:defRPr>
            </a:lvl7pPr>
            <a:lvl8pPr>
              <a:defRPr sz="1875" b="0">
                <a:solidFill>
                  <a:srgbClr val="10283D"/>
                </a:solidFill>
                <a:latin typeface="DejaVu Sans"/>
                <a:ea typeface="DejaVu Sans"/>
                <a:cs typeface="DejaVu Sans"/>
              </a:defRPr>
            </a:lvl8pPr>
            <a:lvl9pPr>
              <a:defRPr sz="1875" b="0">
                <a:solidFill>
                  <a:srgbClr val="10283D"/>
                </a:solidFill>
                <a:latin typeface="DejaVu Sans"/>
                <a:ea typeface="DejaVu Sans"/>
                <a:cs typeface="DejaVu Sans"/>
              </a:defRPr>
            </a:lvl9pPr>
          </a:lstStyle>
          <a:p xmlns:a="http://schemas.openxmlformats.org/drawingml/2006/main">
            <a:pPr>
              <a:defRPr sz="1875" b="0">
                <a:solidFill>
                  <a:srgbClr val="10283D"/>
                </a:solidFill>
                <a:latin typeface="DejaVu Sans"/>
                <a:ea typeface="DejaVu Sans"/>
                <a:cs typeface="DejaVu Sans"/>
              </a:defRPr>
            </a:pPr>
            <a:r>
              <a:rPr sz="1875" b="0">
                <a:solidFill>
                  <a:srgbClr val="10283D"/>
                </a:solidFill>
                <a:latin typeface="DejaVu Sans"/>
                <a:ea typeface="DejaVu Sans"/>
                <a:cs typeface="DejaVu Sans"/>
              </a:rPr>
              <a:t>lower MAE at 60 min</a:t>
            </a:r>
          </a:p>
        </p:txBody>
      </p:sp>
      <p:sp>
        <p:nvSpPr>
          <p:cNvPr id="7" name="">
            <a:extLst xmlns:a="http://schemas.openxmlformats.org/drawingml/2006/main">
              <a:ext uri="{FF2B5EF4-FFF2-40B4-BE49-F238E27FC236}">
                <a16:creationId xmlns:a16="http://schemas.microsoft.com/office/drawing/2014/main" id="{340E48F1-75C6-40EF-9204-EE5F1BF4B143}"/>
              </a:ext>
            </a:extLst>
          </p:cNvPr>
          <p:cNvSpPr>
            <a:spLocks xmlns:a="http://schemas.openxmlformats.org/drawingml/2006/main" noGrp="1"/>
          </p:cNvSpPr>
          <p:nvPr/>
        </p:nvSpPr>
        <p:spPr>
          <a:xfrm xmlns:a="http://schemas.openxmlformats.org/drawingml/2006/main">
            <a:off x="9048750" y="3619500"/>
            <a:ext cx="2571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950" b="1">
                <a:solidFill>
                  <a:srgbClr val="7863CD"/>
                </a:solidFill>
                <a:latin typeface="DejaVu Sans"/>
                <a:ea typeface="DejaVu Sans"/>
                <a:cs typeface="DejaVu Sans"/>
              </a:defRPr>
            </a:defPPr>
            <a:lvl1pPr>
              <a:defRPr sz="4950" b="1">
                <a:solidFill>
                  <a:srgbClr val="7863CD"/>
                </a:solidFill>
                <a:latin typeface="DejaVu Sans"/>
                <a:ea typeface="DejaVu Sans"/>
                <a:cs typeface="DejaVu Sans"/>
              </a:defRPr>
            </a:lvl1pPr>
            <a:lvl2pPr>
              <a:defRPr sz="4950" b="1">
                <a:solidFill>
                  <a:srgbClr val="7863CD"/>
                </a:solidFill>
                <a:latin typeface="DejaVu Sans"/>
                <a:ea typeface="DejaVu Sans"/>
                <a:cs typeface="DejaVu Sans"/>
              </a:defRPr>
            </a:lvl2pPr>
            <a:lvl3pPr>
              <a:defRPr sz="4950" b="1">
                <a:solidFill>
                  <a:srgbClr val="7863CD"/>
                </a:solidFill>
                <a:latin typeface="DejaVu Sans"/>
                <a:ea typeface="DejaVu Sans"/>
                <a:cs typeface="DejaVu Sans"/>
              </a:defRPr>
            </a:lvl3pPr>
            <a:lvl4pPr>
              <a:defRPr sz="4950" b="1">
                <a:solidFill>
                  <a:srgbClr val="7863CD"/>
                </a:solidFill>
                <a:latin typeface="DejaVu Sans"/>
                <a:ea typeface="DejaVu Sans"/>
                <a:cs typeface="DejaVu Sans"/>
              </a:defRPr>
            </a:lvl4pPr>
            <a:lvl5pPr>
              <a:defRPr sz="4950" b="1">
                <a:solidFill>
                  <a:srgbClr val="7863CD"/>
                </a:solidFill>
                <a:latin typeface="DejaVu Sans"/>
                <a:ea typeface="DejaVu Sans"/>
                <a:cs typeface="DejaVu Sans"/>
              </a:defRPr>
            </a:lvl5pPr>
            <a:lvl6pPr>
              <a:defRPr sz="4950" b="1">
                <a:solidFill>
                  <a:srgbClr val="7863CD"/>
                </a:solidFill>
                <a:latin typeface="DejaVu Sans"/>
                <a:ea typeface="DejaVu Sans"/>
                <a:cs typeface="DejaVu Sans"/>
              </a:defRPr>
            </a:lvl6pPr>
            <a:lvl7pPr>
              <a:defRPr sz="4950" b="1">
                <a:solidFill>
                  <a:srgbClr val="7863CD"/>
                </a:solidFill>
                <a:latin typeface="DejaVu Sans"/>
                <a:ea typeface="DejaVu Sans"/>
                <a:cs typeface="DejaVu Sans"/>
              </a:defRPr>
            </a:lvl7pPr>
            <a:lvl8pPr>
              <a:defRPr sz="4950" b="1">
                <a:solidFill>
                  <a:srgbClr val="7863CD"/>
                </a:solidFill>
                <a:latin typeface="DejaVu Sans"/>
                <a:ea typeface="DejaVu Sans"/>
                <a:cs typeface="DejaVu Sans"/>
              </a:defRPr>
            </a:lvl8pPr>
            <a:lvl9pPr>
              <a:defRPr sz="4950" b="1">
                <a:solidFill>
                  <a:srgbClr val="7863CD"/>
                </a:solidFill>
                <a:latin typeface="DejaVu Sans"/>
                <a:ea typeface="DejaVu Sans"/>
                <a:cs typeface="DejaVu Sans"/>
              </a:defRPr>
            </a:lvl9pPr>
          </a:lstStyle>
          <a:p xmlns:a="http://schemas.openxmlformats.org/drawingml/2006/main">
            <a:pPr>
              <a:defRPr sz="4950" b="1">
                <a:solidFill>
                  <a:srgbClr val="7863CD"/>
                </a:solidFill>
                <a:latin typeface="DejaVu Sans"/>
                <a:ea typeface="DejaVu Sans"/>
                <a:cs typeface="DejaVu Sans"/>
              </a:defRPr>
            </a:pPr>
            <a:r>
              <a:rPr sz="4950" b="1">
                <a:solidFill>
                  <a:srgbClr val="7863CD"/>
                </a:solidFill>
                <a:latin typeface="DejaVu Sans"/>
                <a:ea typeface="DejaVu Sans"/>
                <a:cs typeface="DejaVu Sans"/>
              </a:rPr>
              <a:t>17.7%</a:t>
            </a:r>
          </a:p>
        </p:txBody>
      </p:sp>
      <p:sp>
        <p:nvSpPr>
          <p:cNvPr id="8" name="">
            <a:extLst xmlns:a="http://schemas.openxmlformats.org/drawingml/2006/main">
              <a:ext uri="{FF2B5EF4-FFF2-40B4-BE49-F238E27FC236}">
                <a16:creationId xmlns:a16="http://schemas.microsoft.com/office/drawing/2014/main" id="{8C9E89DD-70B1-4A6E-8DF3-F6E00431477E}"/>
              </a:ext>
            </a:extLst>
          </p:cNvPr>
          <p:cNvSpPr>
            <a:spLocks xmlns:a="http://schemas.openxmlformats.org/drawingml/2006/main" noGrp="1"/>
          </p:cNvSpPr>
          <p:nvPr/>
        </p:nvSpPr>
        <p:spPr>
          <a:xfrm xmlns:a="http://schemas.openxmlformats.org/drawingml/2006/main">
            <a:off x="9048750" y="4476750"/>
            <a:ext cx="2571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10283D"/>
                </a:solidFill>
                <a:latin typeface="DejaVu Sans"/>
                <a:ea typeface="DejaVu Sans"/>
                <a:cs typeface="DejaVu Sans"/>
              </a:defRPr>
            </a:defPPr>
            <a:lvl1pPr>
              <a:defRPr sz="1875" b="0">
                <a:solidFill>
                  <a:srgbClr val="10283D"/>
                </a:solidFill>
                <a:latin typeface="DejaVu Sans"/>
                <a:ea typeface="DejaVu Sans"/>
                <a:cs typeface="DejaVu Sans"/>
              </a:defRPr>
            </a:lvl1pPr>
            <a:lvl2pPr>
              <a:defRPr sz="1875" b="0">
                <a:solidFill>
                  <a:srgbClr val="10283D"/>
                </a:solidFill>
                <a:latin typeface="DejaVu Sans"/>
                <a:ea typeface="DejaVu Sans"/>
                <a:cs typeface="DejaVu Sans"/>
              </a:defRPr>
            </a:lvl2pPr>
            <a:lvl3pPr>
              <a:defRPr sz="1875" b="0">
                <a:solidFill>
                  <a:srgbClr val="10283D"/>
                </a:solidFill>
                <a:latin typeface="DejaVu Sans"/>
                <a:ea typeface="DejaVu Sans"/>
                <a:cs typeface="DejaVu Sans"/>
              </a:defRPr>
            </a:lvl3pPr>
            <a:lvl4pPr>
              <a:defRPr sz="1875" b="0">
                <a:solidFill>
                  <a:srgbClr val="10283D"/>
                </a:solidFill>
                <a:latin typeface="DejaVu Sans"/>
                <a:ea typeface="DejaVu Sans"/>
                <a:cs typeface="DejaVu Sans"/>
              </a:defRPr>
            </a:lvl4pPr>
            <a:lvl5pPr>
              <a:defRPr sz="1875" b="0">
                <a:solidFill>
                  <a:srgbClr val="10283D"/>
                </a:solidFill>
                <a:latin typeface="DejaVu Sans"/>
                <a:ea typeface="DejaVu Sans"/>
                <a:cs typeface="DejaVu Sans"/>
              </a:defRPr>
            </a:lvl5pPr>
            <a:lvl6pPr>
              <a:defRPr sz="1875" b="0">
                <a:solidFill>
                  <a:srgbClr val="10283D"/>
                </a:solidFill>
                <a:latin typeface="DejaVu Sans"/>
                <a:ea typeface="DejaVu Sans"/>
                <a:cs typeface="DejaVu Sans"/>
              </a:defRPr>
            </a:lvl6pPr>
            <a:lvl7pPr>
              <a:defRPr sz="1875" b="0">
                <a:solidFill>
                  <a:srgbClr val="10283D"/>
                </a:solidFill>
                <a:latin typeface="DejaVu Sans"/>
                <a:ea typeface="DejaVu Sans"/>
                <a:cs typeface="DejaVu Sans"/>
              </a:defRPr>
            </a:lvl7pPr>
            <a:lvl8pPr>
              <a:defRPr sz="1875" b="0">
                <a:solidFill>
                  <a:srgbClr val="10283D"/>
                </a:solidFill>
                <a:latin typeface="DejaVu Sans"/>
                <a:ea typeface="DejaVu Sans"/>
                <a:cs typeface="DejaVu Sans"/>
              </a:defRPr>
            </a:lvl8pPr>
            <a:lvl9pPr>
              <a:defRPr sz="1875" b="0">
                <a:solidFill>
                  <a:srgbClr val="10283D"/>
                </a:solidFill>
                <a:latin typeface="DejaVu Sans"/>
                <a:ea typeface="DejaVu Sans"/>
                <a:cs typeface="DejaVu Sans"/>
              </a:defRPr>
            </a:lvl9pPr>
          </a:lstStyle>
          <a:p xmlns:a="http://schemas.openxmlformats.org/drawingml/2006/main">
            <a:pPr>
              <a:defRPr sz="1875" b="0">
                <a:solidFill>
                  <a:srgbClr val="10283D"/>
                </a:solidFill>
                <a:latin typeface="DejaVu Sans"/>
                <a:ea typeface="DejaVu Sans"/>
                <a:cs typeface="DejaVu Sans"/>
              </a:defRPr>
            </a:pPr>
            <a:r>
              <a:rPr sz="1875" b="0">
                <a:solidFill>
                  <a:srgbClr val="10283D"/>
                </a:solidFill>
                <a:latin typeface="DejaVu Sans"/>
                <a:ea typeface="DejaVu Sans"/>
                <a:cs typeface="DejaVu Sans"/>
              </a:rPr>
              <a:t>lower MAE at 120 min</a:t>
            </a:r>
          </a:p>
        </p:txBody>
      </p:sp>
      <p:sp>
        <p:nvSpPr>
          <p:cNvPr id="9" name="">
            <a:extLst xmlns:a="http://schemas.openxmlformats.org/drawingml/2006/main">
              <a:ext uri="{FF2B5EF4-FFF2-40B4-BE49-F238E27FC236}">
                <a16:creationId xmlns:a16="http://schemas.microsoft.com/office/drawing/2014/main" id="{ACC7DC24-2E5C-4BB5-8A93-29397B60FE68}"/>
              </a:ext>
            </a:extLst>
          </p:cNvPr>
          <p:cNvSpPr>
            <a:spLocks xmlns:a="http://schemas.openxmlformats.org/drawingml/2006/main" noGrp="1"/>
          </p:cNvSpPr>
          <p:nvPr/>
        </p:nvSpPr>
        <p:spPr>
          <a:xfrm xmlns:a="http://schemas.openxmlformats.org/drawingml/2006/main">
            <a:off x="571500" y="5857875"/>
            <a:ext cx="11049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0">
                <a:solidFill>
                  <a:srgbClr val="59717F"/>
                </a:solidFill>
                <a:latin typeface="DejaVu Sans"/>
                <a:ea typeface="DejaVu Sans"/>
                <a:cs typeface="DejaVu Sans"/>
              </a:defRPr>
            </a:defPPr>
            <a:lvl1pPr>
              <a:defRPr sz="1500" b="0">
                <a:solidFill>
                  <a:srgbClr val="59717F"/>
                </a:solidFill>
                <a:latin typeface="DejaVu Sans"/>
                <a:ea typeface="DejaVu Sans"/>
                <a:cs typeface="DejaVu Sans"/>
              </a:defRPr>
            </a:lvl1pPr>
            <a:lvl2pPr>
              <a:defRPr sz="1500" b="0">
                <a:solidFill>
                  <a:srgbClr val="59717F"/>
                </a:solidFill>
                <a:latin typeface="DejaVu Sans"/>
                <a:ea typeface="DejaVu Sans"/>
                <a:cs typeface="DejaVu Sans"/>
              </a:defRPr>
            </a:lvl2pPr>
            <a:lvl3pPr>
              <a:defRPr sz="1500" b="0">
                <a:solidFill>
                  <a:srgbClr val="59717F"/>
                </a:solidFill>
                <a:latin typeface="DejaVu Sans"/>
                <a:ea typeface="DejaVu Sans"/>
                <a:cs typeface="DejaVu Sans"/>
              </a:defRPr>
            </a:lvl3pPr>
            <a:lvl4pPr>
              <a:defRPr sz="1500" b="0">
                <a:solidFill>
                  <a:srgbClr val="59717F"/>
                </a:solidFill>
                <a:latin typeface="DejaVu Sans"/>
                <a:ea typeface="DejaVu Sans"/>
                <a:cs typeface="DejaVu Sans"/>
              </a:defRPr>
            </a:lvl4pPr>
            <a:lvl5pPr>
              <a:defRPr sz="1500" b="0">
                <a:solidFill>
                  <a:srgbClr val="59717F"/>
                </a:solidFill>
                <a:latin typeface="DejaVu Sans"/>
                <a:ea typeface="DejaVu Sans"/>
                <a:cs typeface="DejaVu Sans"/>
              </a:defRPr>
            </a:lvl5pPr>
            <a:lvl6pPr>
              <a:defRPr sz="1500" b="0">
                <a:solidFill>
                  <a:srgbClr val="59717F"/>
                </a:solidFill>
                <a:latin typeface="DejaVu Sans"/>
                <a:ea typeface="DejaVu Sans"/>
                <a:cs typeface="DejaVu Sans"/>
              </a:defRPr>
            </a:lvl6pPr>
            <a:lvl7pPr>
              <a:defRPr sz="1500" b="0">
                <a:solidFill>
                  <a:srgbClr val="59717F"/>
                </a:solidFill>
                <a:latin typeface="DejaVu Sans"/>
                <a:ea typeface="DejaVu Sans"/>
                <a:cs typeface="DejaVu Sans"/>
              </a:defRPr>
            </a:lvl7pPr>
            <a:lvl8pPr>
              <a:defRPr sz="1500" b="0">
                <a:solidFill>
                  <a:srgbClr val="59717F"/>
                </a:solidFill>
                <a:latin typeface="DejaVu Sans"/>
                <a:ea typeface="DejaVu Sans"/>
                <a:cs typeface="DejaVu Sans"/>
              </a:defRPr>
            </a:lvl8pPr>
            <a:lvl9pPr>
              <a:defRPr sz="1500" b="0">
                <a:solidFill>
                  <a:srgbClr val="59717F"/>
                </a:solidFill>
                <a:latin typeface="DejaVu Sans"/>
                <a:ea typeface="DejaVu Sans"/>
                <a:cs typeface="DejaVu Sans"/>
              </a:defRPr>
            </a:lvl9pPr>
          </a:lstStyle>
          <a:p xmlns:a="http://schemas.openxmlformats.org/drawingml/2006/main">
            <a:pPr>
              <a:defRPr sz="1500" b="0">
                <a:solidFill>
                  <a:srgbClr val="59717F"/>
                </a:solidFill>
                <a:latin typeface="DejaVu Sans"/>
                <a:ea typeface="DejaVu Sans"/>
                <a:cs typeface="DejaVu Sans"/>
              </a:defRPr>
            </a:pPr>
            <a:r>
              <a:rPr sz="1500" b="0">
                <a:solidFill>
                  <a:srgbClr val="59717F"/>
                </a:solidFill>
                <a:latin typeface="DejaVu Sans"/>
                <a:ea typeface="DejaVu Sans"/>
                <a:cs typeface="DejaVu Sans"/>
              </a:rPr>
              <a:t>MAE, mg/dL · 3 held-out T2D participants · Fused alone does not win at every horizon</a:t>
            </a:r>
          </a:p>
        </p:txBody>
      </p:sp>
    </p:spTree>
    <p:extLst>
      <p:ext uri="{BB962C8B-B14F-4D97-AF65-F5344CB8AC3E}">
        <p14:creationId xmlns:p14="http://schemas.microsoft.com/office/powerpoint/2010/main" val="22389500"/>
      </p:ext>
    </p:extLst>
  </p:cSld>
</p:sld>
</file>

<file path=ppt/slides/slide8.xml><?xml version="1.0" encoding="utf-8"?>
<p:sld xmlns:p="http://schemas.openxmlformats.org/presentationml/2006/main">
  <p:cSld>
    <p:bg>
      <p:bgPr>
        <a:solidFill xmlns:a="http://schemas.openxmlformats.org/drawingml/2006/main">
          <a:srgbClr val="F5F8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1C7F30D-2928-4964-BD2A-2DA1A79B6B7D}"/>
              </a:ext>
            </a:extLst>
          </p:cNvPr>
          <p:cNvSpPr>
            <a:spLocks xmlns:a="http://schemas.openxmlformats.org/drawingml/2006/main" noGrp="1"/>
          </p:cNvSpPr>
          <p:nvPr/>
        </p:nvSpPr>
        <p:spPr>
          <a:xfrm xmlns:a="http://schemas.openxmlformats.org/drawingml/2006/main">
            <a:off x="571500" y="400050"/>
            <a:ext cx="11049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150" b="1">
                <a:solidFill>
                  <a:srgbClr val="10283D"/>
                </a:solidFill>
                <a:latin typeface="DejaVu Sans"/>
                <a:ea typeface="DejaVu Sans"/>
                <a:cs typeface="DejaVu Sans"/>
              </a:defRPr>
            </a:defPPr>
            <a:lvl1pPr>
              <a:defRPr sz="3150" b="1">
                <a:solidFill>
                  <a:srgbClr val="10283D"/>
                </a:solidFill>
                <a:latin typeface="DejaVu Sans"/>
                <a:ea typeface="DejaVu Sans"/>
                <a:cs typeface="DejaVu Sans"/>
              </a:defRPr>
            </a:lvl1pPr>
            <a:lvl2pPr>
              <a:defRPr sz="3150" b="1">
                <a:solidFill>
                  <a:srgbClr val="10283D"/>
                </a:solidFill>
                <a:latin typeface="DejaVu Sans"/>
                <a:ea typeface="DejaVu Sans"/>
                <a:cs typeface="DejaVu Sans"/>
              </a:defRPr>
            </a:lvl2pPr>
            <a:lvl3pPr>
              <a:defRPr sz="3150" b="1">
                <a:solidFill>
                  <a:srgbClr val="10283D"/>
                </a:solidFill>
                <a:latin typeface="DejaVu Sans"/>
                <a:ea typeface="DejaVu Sans"/>
                <a:cs typeface="DejaVu Sans"/>
              </a:defRPr>
            </a:lvl3pPr>
            <a:lvl4pPr>
              <a:defRPr sz="3150" b="1">
                <a:solidFill>
                  <a:srgbClr val="10283D"/>
                </a:solidFill>
                <a:latin typeface="DejaVu Sans"/>
                <a:ea typeface="DejaVu Sans"/>
                <a:cs typeface="DejaVu Sans"/>
              </a:defRPr>
            </a:lvl4pPr>
            <a:lvl5pPr>
              <a:defRPr sz="3150" b="1">
                <a:solidFill>
                  <a:srgbClr val="10283D"/>
                </a:solidFill>
                <a:latin typeface="DejaVu Sans"/>
                <a:ea typeface="DejaVu Sans"/>
                <a:cs typeface="DejaVu Sans"/>
              </a:defRPr>
            </a:lvl5pPr>
            <a:lvl6pPr>
              <a:defRPr sz="3150" b="1">
                <a:solidFill>
                  <a:srgbClr val="10283D"/>
                </a:solidFill>
                <a:latin typeface="DejaVu Sans"/>
                <a:ea typeface="DejaVu Sans"/>
                <a:cs typeface="DejaVu Sans"/>
              </a:defRPr>
            </a:lvl6pPr>
            <a:lvl7pPr>
              <a:defRPr sz="3150" b="1">
                <a:solidFill>
                  <a:srgbClr val="10283D"/>
                </a:solidFill>
                <a:latin typeface="DejaVu Sans"/>
                <a:ea typeface="DejaVu Sans"/>
                <a:cs typeface="DejaVu Sans"/>
              </a:defRPr>
            </a:lvl7pPr>
            <a:lvl8pPr>
              <a:defRPr sz="3150" b="1">
                <a:solidFill>
                  <a:srgbClr val="10283D"/>
                </a:solidFill>
                <a:latin typeface="DejaVu Sans"/>
                <a:ea typeface="DejaVu Sans"/>
                <a:cs typeface="DejaVu Sans"/>
              </a:defRPr>
            </a:lvl8pPr>
            <a:lvl9pPr>
              <a:defRPr sz="3150" b="1">
                <a:solidFill>
                  <a:srgbClr val="10283D"/>
                </a:solidFill>
                <a:latin typeface="DejaVu Sans"/>
                <a:ea typeface="DejaVu Sans"/>
                <a:cs typeface="DejaVu Sans"/>
              </a:defRPr>
            </a:lvl9pPr>
          </a:lstStyle>
          <a:p xmlns:a="http://schemas.openxmlformats.org/drawingml/2006/main">
            <a:pPr>
              <a:defRPr sz="3150" b="1">
                <a:solidFill>
                  <a:srgbClr val="10283D"/>
                </a:solidFill>
                <a:latin typeface="DejaVu Sans"/>
                <a:ea typeface="DejaVu Sans"/>
                <a:cs typeface="DejaVu Sans"/>
              </a:defRPr>
            </a:pPr>
            <a:r>
              <a:rPr sz="3150" b="1">
                <a:solidFill>
                  <a:srgbClr val="10283D"/>
                </a:solidFill>
                <a:latin typeface="DejaVu Sans"/>
                <a:ea typeface="DejaVu Sans"/>
                <a:cs typeface="DejaVu Sans"/>
              </a:rPr>
              <a:t>Working prototype walkthrough</a:t>
            </a:r>
          </a:p>
        </p:txBody>
      </p:sp>
      <p:sp>
        <p:nvSpPr>
          <p:cNvPr id="2" name="">
            <a:extLst xmlns:a="http://schemas.openxmlformats.org/drawingml/2006/main">
              <a:ext uri="{FF2B5EF4-FFF2-40B4-BE49-F238E27FC236}">
                <a16:creationId xmlns:a16="http://schemas.microsoft.com/office/drawing/2014/main" id="{F9A3773F-D4AB-4436-8351-7E874615D402}"/>
              </a:ext>
            </a:extLst>
          </p:cNvPr>
          <p:cNvSpPr>
            <a:spLocks xmlns:a="http://schemas.openxmlformats.org/drawingml/2006/main" noGrp="1"/>
          </p:cNvSpPr>
          <p:nvPr/>
        </p:nvSpPr>
        <p:spPr>
          <a:xfrm xmlns:a="http://schemas.openxmlformats.org/drawingml/2006/main">
            <a:off x="571500" y="6448425"/>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9717F"/>
                </a:solidFill>
                <a:latin typeface="DejaVu Sans"/>
                <a:ea typeface="DejaVu Sans"/>
                <a:cs typeface="DejaVu Sans"/>
              </a:defRPr>
            </a:defPPr>
            <a:lvl1pPr>
              <a:defRPr sz="1050" b="0">
                <a:solidFill>
                  <a:srgbClr val="59717F"/>
                </a:solidFill>
                <a:latin typeface="DejaVu Sans"/>
                <a:ea typeface="DejaVu Sans"/>
                <a:cs typeface="DejaVu Sans"/>
              </a:defRPr>
            </a:lvl1pPr>
            <a:lvl2pPr>
              <a:defRPr sz="1050" b="0">
                <a:solidFill>
                  <a:srgbClr val="59717F"/>
                </a:solidFill>
                <a:latin typeface="DejaVu Sans"/>
                <a:ea typeface="DejaVu Sans"/>
                <a:cs typeface="DejaVu Sans"/>
              </a:defRPr>
            </a:lvl2pPr>
            <a:lvl3pPr>
              <a:defRPr sz="1050" b="0">
                <a:solidFill>
                  <a:srgbClr val="59717F"/>
                </a:solidFill>
                <a:latin typeface="DejaVu Sans"/>
                <a:ea typeface="DejaVu Sans"/>
                <a:cs typeface="DejaVu Sans"/>
              </a:defRPr>
            </a:lvl3pPr>
            <a:lvl4pPr>
              <a:defRPr sz="1050" b="0">
                <a:solidFill>
                  <a:srgbClr val="59717F"/>
                </a:solidFill>
                <a:latin typeface="DejaVu Sans"/>
                <a:ea typeface="DejaVu Sans"/>
                <a:cs typeface="DejaVu Sans"/>
              </a:defRPr>
            </a:lvl4pPr>
            <a:lvl5pPr>
              <a:defRPr sz="1050" b="0">
                <a:solidFill>
                  <a:srgbClr val="59717F"/>
                </a:solidFill>
                <a:latin typeface="DejaVu Sans"/>
                <a:ea typeface="DejaVu Sans"/>
                <a:cs typeface="DejaVu Sans"/>
              </a:defRPr>
            </a:lvl5pPr>
            <a:lvl6pPr>
              <a:defRPr sz="1050" b="0">
                <a:solidFill>
                  <a:srgbClr val="59717F"/>
                </a:solidFill>
                <a:latin typeface="DejaVu Sans"/>
                <a:ea typeface="DejaVu Sans"/>
                <a:cs typeface="DejaVu Sans"/>
              </a:defRPr>
            </a:lvl6pPr>
            <a:lvl7pPr>
              <a:defRPr sz="1050" b="0">
                <a:solidFill>
                  <a:srgbClr val="59717F"/>
                </a:solidFill>
                <a:latin typeface="DejaVu Sans"/>
                <a:ea typeface="DejaVu Sans"/>
                <a:cs typeface="DejaVu Sans"/>
              </a:defRPr>
            </a:lvl7pPr>
            <a:lvl8pPr>
              <a:defRPr sz="1050" b="0">
                <a:solidFill>
                  <a:srgbClr val="59717F"/>
                </a:solidFill>
                <a:latin typeface="DejaVu Sans"/>
                <a:ea typeface="DejaVu Sans"/>
                <a:cs typeface="DejaVu Sans"/>
              </a:defRPr>
            </a:lvl8pPr>
            <a:lvl9pPr>
              <a:defRPr sz="1050" b="0">
                <a:solidFill>
                  <a:srgbClr val="59717F"/>
                </a:solidFill>
                <a:latin typeface="DejaVu Sans"/>
                <a:ea typeface="DejaVu Sans"/>
                <a:cs typeface="DejaVu Sans"/>
              </a:defRPr>
            </a:lvl9pPr>
          </a:lstStyle>
          <a:p xmlns:a="http://schemas.openxmlformats.org/drawingml/2006/main">
            <a:pPr>
              <a:defRPr sz="1050" b="0">
                <a:solidFill>
                  <a:srgbClr val="59717F"/>
                </a:solidFill>
                <a:latin typeface="DejaVu Sans"/>
                <a:ea typeface="DejaVu Sans"/>
                <a:cs typeface="DejaVu Sans"/>
              </a:defRPr>
            </a:pPr>
            <a:r>
              <a:rPr sz="1050" b="0">
                <a:solidFill>
                  <a:srgbClr val="59717F"/>
                </a:solidFill>
                <a:latin typeface="DejaVu Sans"/>
                <a:ea typeface="DejaVu Sans"/>
                <a:cs typeface="DejaVu Sans"/>
              </a:rPr>
              <a:t>TEAM PRODUCT  /  IIT KANPUR</a:t>
            </a:r>
          </a:p>
        </p:txBody>
      </p:sp>
      <p:sp>
        <p:nvSpPr>
          <p:cNvPr id="3" name="">
            <a:extLst xmlns:a="http://schemas.openxmlformats.org/drawingml/2006/main">
              <a:ext uri="{FF2B5EF4-FFF2-40B4-BE49-F238E27FC236}">
                <a16:creationId xmlns:a16="http://schemas.microsoft.com/office/drawing/2014/main" id="{03EDB202-81FC-4091-9FAE-9AFC9E234AF2}"/>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9717F"/>
                </a:solidFill>
                <a:latin typeface="DejaVu Sans"/>
                <a:ea typeface="DejaVu Sans"/>
                <a:cs typeface="DejaVu Sans"/>
              </a:defRPr>
            </a:defPPr>
            <a:lvl1pPr>
              <a:defRPr sz="1050" b="0">
                <a:solidFill>
                  <a:srgbClr val="59717F"/>
                </a:solidFill>
                <a:latin typeface="DejaVu Sans"/>
                <a:ea typeface="DejaVu Sans"/>
                <a:cs typeface="DejaVu Sans"/>
              </a:defRPr>
            </a:lvl1pPr>
            <a:lvl2pPr>
              <a:defRPr sz="1050" b="0">
                <a:solidFill>
                  <a:srgbClr val="59717F"/>
                </a:solidFill>
                <a:latin typeface="DejaVu Sans"/>
                <a:ea typeface="DejaVu Sans"/>
                <a:cs typeface="DejaVu Sans"/>
              </a:defRPr>
            </a:lvl2pPr>
            <a:lvl3pPr>
              <a:defRPr sz="1050" b="0">
                <a:solidFill>
                  <a:srgbClr val="59717F"/>
                </a:solidFill>
                <a:latin typeface="DejaVu Sans"/>
                <a:ea typeface="DejaVu Sans"/>
                <a:cs typeface="DejaVu Sans"/>
              </a:defRPr>
            </a:lvl3pPr>
            <a:lvl4pPr>
              <a:defRPr sz="1050" b="0">
                <a:solidFill>
                  <a:srgbClr val="59717F"/>
                </a:solidFill>
                <a:latin typeface="DejaVu Sans"/>
                <a:ea typeface="DejaVu Sans"/>
                <a:cs typeface="DejaVu Sans"/>
              </a:defRPr>
            </a:lvl4pPr>
            <a:lvl5pPr>
              <a:defRPr sz="1050" b="0">
                <a:solidFill>
                  <a:srgbClr val="59717F"/>
                </a:solidFill>
                <a:latin typeface="DejaVu Sans"/>
                <a:ea typeface="DejaVu Sans"/>
                <a:cs typeface="DejaVu Sans"/>
              </a:defRPr>
            </a:lvl5pPr>
            <a:lvl6pPr>
              <a:defRPr sz="1050" b="0">
                <a:solidFill>
                  <a:srgbClr val="59717F"/>
                </a:solidFill>
                <a:latin typeface="DejaVu Sans"/>
                <a:ea typeface="DejaVu Sans"/>
                <a:cs typeface="DejaVu Sans"/>
              </a:defRPr>
            </a:lvl6pPr>
            <a:lvl7pPr>
              <a:defRPr sz="1050" b="0">
                <a:solidFill>
                  <a:srgbClr val="59717F"/>
                </a:solidFill>
                <a:latin typeface="DejaVu Sans"/>
                <a:ea typeface="DejaVu Sans"/>
                <a:cs typeface="DejaVu Sans"/>
              </a:defRPr>
            </a:lvl7pPr>
            <a:lvl8pPr>
              <a:defRPr sz="1050" b="0">
                <a:solidFill>
                  <a:srgbClr val="59717F"/>
                </a:solidFill>
                <a:latin typeface="DejaVu Sans"/>
                <a:ea typeface="DejaVu Sans"/>
                <a:cs typeface="DejaVu Sans"/>
              </a:defRPr>
            </a:lvl8pPr>
            <a:lvl9pPr>
              <a:defRPr sz="1050" b="0">
                <a:solidFill>
                  <a:srgbClr val="59717F"/>
                </a:solidFill>
                <a:latin typeface="DejaVu Sans"/>
                <a:ea typeface="DejaVu Sans"/>
                <a:cs typeface="DejaVu Sans"/>
              </a:defRPr>
            </a:lvl9pPr>
          </a:lstStyle>
          <a:p xmlns:a="http://schemas.openxmlformats.org/drawingml/2006/main">
            <a:pPr>
              <a:defRPr sz="1050" b="0">
                <a:solidFill>
                  <a:srgbClr val="59717F"/>
                </a:solidFill>
                <a:latin typeface="DejaVu Sans"/>
                <a:ea typeface="DejaVu Sans"/>
                <a:cs typeface="DejaVu Sans"/>
              </a:defRPr>
            </a:pPr>
            <a:r>
              <a:rPr sz="1050" b="0">
                <a:solidFill>
                  <a:srgbClr val="59717F"/>
                </a:solidFill>
                <a:latin typeface="DejaVu Sans"/>
                <a:ea typeface="DejaVu Sans"/>
                <a:cs typeface="DejaVu Sans"/>
              </a:rPr>
              <a:t>08</a:t>
            </a:r>
          </a:p>
        </p:txBody>
      </p:sp>
      <p:pic>
        <p:nvPicPr>
          <p:cNvPr id="4" name="">
            <a:extLst xmlns:a="http://schemas.openxmlformats.org/drawingml/2006/main">
              <a:ext uri="{FF2B5EF4-FFF2-40B4-BE49-F238E27FC236}">
                <a16:creationId xmlns:a16="http://schemas.microsoft.com/office/drawing/2014/main" id="{00948DE3-05AD-419E-B46E-DFCF5A9A1106}"/>
              </a:ext>
            </a:extLst>
          </p:cNvPr>
          <p:cNvPicPr>
            <a:picLocks xmlns:a="http://schemas.openxmlformats.org/drawingml/2006/main" noChangeAspect="1"/>
          </p:cNvPicPr>
          <p:nvPr/>
        </p:nvPicPr>
        <p:blipFill>
          <a:blip xmlns:r="http://schemas.openxmlformats.org/officeDocument/2006/relationships" xmlns:a="http://schemas.openxmlformats.org/drawingml/2006/main" r:embed="R1004e721cffc4ab3"/>
          <a:stretch xmlns:a="http://schemas.openxmlformats.org/drawingml/2006/main"/>
        </p:blipFill>
        <p:spPr>
          <a:xfrm xmlns:a="http://schemas.openxmlformats.org/drawingml/2006/main">
            <a:off x="1775322" y="1381125"/>
            <a:ext cx="5783855" cy="4667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BF36572-C26B-48D3-95A2-EBA37F49A0F2}"/>
              </a:ext>
            </a:extLst>
          </p:cNvPr>
          <p:cNvSpPr>
            <a:spLocks xmlns:a="http://schemas.openxmlformats.org/drawingml/2006/main" noGrp="1"/>
          </p:cNvSpPr>
          <p:nvPr/>
        </p:nvSpPr>
        <p:spPr>
          <a:xfrm xmlns:a="http://schemas.openxmlformats.org/drawingml/2006/main">
            <a:off x="9239250" y="1714500"/>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087F8C"/>
                </a:solidFill>
                <a:latin typeface="DejaVu Sans"/>
                <a:ea typeface="DejaVu Sans"/>
                <a:cs typeface="DejaVu Sans"/>
              </a:defRPr>
            </a:defPPr>
            <a:lvl1pPr>
              <a:defRPr sz="1875" b="1">
                <a:solidFill>
                  <a:srgbClr val="087F8C"/>
                </a:solidFill>
                <a:latin typeface="DejaVu Sans"/>
                <a:ea typeface="DejaVu Sans"/>
                <a:cs typeface="DejaVu Sans"/>
              </a:defRPr>
            </a:lvl1pPr>
            <a:lvl2pPr>
              <a:defRPr sz="1875" b="1">
                <a:solidFill>
                  <a:srgbClr val="087F8C"/>
                </a:solidFill>
                <a:latin typeface="DejaVu Sans"/>
                <a:ea typeface="DejaVu Sans"/>
                <a:cs typeface="DejaVu Sans"/>
              </a:defRPr>
            </a:lvl2pPr>
            <a:lvl3pPr>
              <a:defRPr sz="1875" b="1">
                <a:solidFill>
                  <a:srgbClr val="087F8C"/>
                </a:solidFill>
                <a:latin typeface="DejaVu Sans"/>
                <a:ea typeface="DejaVu Sans"/>
                <a:cs typeface="DejaVu Sans"/>
              </a:defRPr>
            </a:lvl3pPr>
            <a:lvl4pPr>
              <a:defRPr sz="1875" b="1">
                <a:solidFill>
                  <a:srgbClr val="087F8C"/>
                </a:solidFill>
                <a:latin typeface="DejaVu Sans"/>
                <a:ea typeface="DejaVu Sans"/>
                <a:cs typeface="DejaVu Sans"/>
              </a:defRPr>
            </a:lvl4pPr>
            <a:lvl5pPr>
              <a:defRPr sz="1875" b="1">
                <a:solidFill>
                  <a:srgbClr val="087F8C"/>
                </a:solidFill>
                <a:latin typeface="DejaVu Sans"/>
                <a:ea typeface="DejaVu Sans"/>
                <a:cs typeface="DejaVu Sans"/>
              </a:defRPr>
            </a:lvl5pPr>
            <a:lvl6pPr>
              <a:defRPr sz="1875" b="1">
                <a:solidFill>
                  <a:srgbClr val="087F8C"/>
                </a:solidFill>
                <a:latin typeface="DejaVu Sans"/>
                <a:ea typeface="DejaVu Sans"/>
                <a:cs typeface="DejaVu Sans"/>
              </a:defRPr>
            </a:lvl6pPr>
            <a:lvl7pPr>
              <a:defRPr sz="1875" b="1">
                <a:solidFill>
                  <a:srgbClr val="087F8C"/>
                </a:solidFill>
                <a:latin typeface="DejaVu Sans"/>
                <a:ea typeface="DejaVu Sans"/>
                <a:cs typeface="DejaVu Sans"/>
              </a:defRPr>
            </a:lvl7pPr>
            <a:lvl8pPr>
              <a:defRPr sz="1875" b="1">
                <a:solidFill>
                  <a:srgbClr val="087F8C"/>
                </a:solidFill>
                <a:latin typeface="DejaVu Sans"/>
                <a:ea typeface="DejaVu Sans"/>
                <a:cs typeface="DejaVu Sans"/>
              </a:defRPr>
            </a:lvl8pPr>
            <a:lvl9pPr>
              <a:defRPr sz="1875" b="1">
                <a:solidFill>
                  <a:srgbClr val="087F8C"/>
                </a:solidFill>
                <a:latin typeface="DejaVu Sans"/>
                <a:ea typeface="DejaVu Sans"/>
                <a:cs typeface="DejaVu Sans"/>
              </a:defRPr>
            </a:lvl9pPr>
          </a:lstStyle>
          <a:p xmlns:a="http://schemas.openxmlformats.org/drawingml/2006/main">
            <a:pPr>
              <a:defRPr sz="1875" b="1">
                <a:solidFill>
                  <a:srgbClr val="087F8C"/>
                </a:solidFill>
                <a:latin typeface="DejaVu Sans"/>
                <a:ea typeface="DejaVu Sans"/>
                <a:cs typeface="DejaVu Sans"/>
              </a:defRPr>
            </a:pPr>
            <a:r>
              <a:rPr sz="1875" b="1">
                <a:solidFill>
                  <a:srgbClr val="087F8C"/>
                </a:solidFill>
                <a:latin typeface="DejaVu Sans"/>
                <a:ea typeface="DejaVu Sans"/>
                <a:cs typeface="DejaVu Sans"/>
              </a:rPr>
              <a:t>Replay</a:t>
            </a:r>
          </a:p>
        </p:txBody>
      </p:sp>
      <p:sp>
        <p:nvSpPr>
          <p:cNvPr id="6" name="">
            <a:extLst xmlns:a="http://schemas.openxmlformats.org/drawingml/2006/main">
              <a:ext uri="{FF2B5EF4-FFF2-40B4-BE49-F238E27FC236}">
                <a16:creationId xmlns:a16="http://schemas.microsoft.com/office/drawing/2014/main" id="{73887454-B2BB-4436-9E3F-9EFA01E5B5D5}"/>
              </a:ext>
            </a:extLst>
          </p:cNvPr>
          <p:cNvSpPr>
            <a:spLocks xmlns:a="http://schemas.openxmlformats.org/drawingml/2006/main" noGrp="1"/>
          </p:cNvSpPr>
          <p:nvPr/>
        </p:nvSpPr>
        <p:spPr>
          <a:xfrm xmlns:a="http://schemas.openxmlformats.org/drawingml/2006/main">
            <a:off x="9239250" y="2076450"/>
            <a:ext cx="2381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9717F"/>
                </a:solidFill>
                <a:latin typeface="DejaVu Sans"/>
                <a:ea typeface="DejaVu Sans"/>
                <a:cs typeface="DejaVu Sans"/>
              </a:defRPr>
            </a:defPPr>
            <a:lvl1pPr>
              <a:defRPr sz="1575" b="0">
                <a:solidFill>
                  <a:srgbClr val="59717F"/>
                </a:solidFill>
                <a:latin typeface="DejaVu Sans"/>
                <a:ea typeface="DejaVu Sans"/>
                <a:cs typeface="DejaVu Sans"/>
              </a:defRPr>
            </a:lvl1pPr>
            <a:lvl2pPr>
              <a:defRPr sz="1575" b="0">
                <a:solidFill>
                  <a:srgbClr val="59717F"/>
                </a:solidFill>
                <a:latin typeface="DejaVu Sans"/>
                <a:ea typeface="DejaVu Sans"/>
                <a:cs typeface="DejaVu Sans"/>
              </a:defRPr>
            </a:lvl2pPr>
            <a:lvl3pPr>
              <a:defRPr sz="1575" b="0">
                <a:solidFill>
                  <a:srgbClr val="59717F"/>
                </a:solidFill>
                <a:latin typeface="DejaVu Sans"/>
                <a:ea typeface="DejaVu Sans"/>
                <a:cs typeface="DejaVu Sans"/>
              </a:defRPr>
            </a:lvl3pPr>
            <a:lvl4pPr>
              <a:defRPr sz="1575" b="0">
                <a:solidFill>
                  <a:srgbClr val="59717F"/>
                </a:solidFill>
                <a:latin typeface="DejaVu Sans"/>
                <a:ea typeface="DejaVu Sans"/>
                <a:cs typeface="DejaVu Sans"/>
              </a:defRPr>
            </a:lvl4pPr>
            <a:lvl5pPr>
              <a:defRPr sz="1575" b="0">
                <a:solidFill>
                  <a:srgbClr val="59717F"/>
                </a:solidFill>
                <a:latin typeface="DejaVu Sans"/>
                <a:ea typeface="DejaVu Sans"/>
                <a:cs typeface="DejaVu Sans"/>
              </a:defRPr>
            </a:lvl5pPr>
            <a:lvl6pPr>
              <a:defRPr sz="1575" b="0">
                <a:solidFill>
                  <a:srgbClr val="59717F"/>
                </a:solidFill>
                <a:latin typeface="DejaVu Sans"/>
                <a:ea typeface="DejaVu Sans"/>
                <a:cs typeface="DejaVu Sans"/>
              </a:defRPr>
            </a:lvl6pPr>
            <a:lvl7pPr>
              <a:defRPr sz="1575" b="0">
                <a:solidFill>
                  <a:srgbClr val="59717F"/>
                </a:solidFill>
                <a:latin typeface="DejaVu Sans"/>
                <a:ea typeface="DejaVu Sans"/>
                <a:cs typeface="DejaVu Sans"/>
              </a:defRPr>
            </a:lvl7pPr>
            <a:lvl8pPr>
              <a:defRPr sz="1575" b="0">
                <a:solidFill>
                  <a:srgbClr val="59717F"/>
                </a:solidFill>
                <a:latin typeface="DejaVu Sans"/>
                <a:ea typeface="DejaVu Sans"/>
                <a:cs typeface="DejaVu Sans"/>
              </a:defRPr>
            </a:lvl8pPr>
            <a:lvl9pPr>
              <a:defRPr sz="1575" b="0">
                <a:solidFill>
                  <a:srgbClr val="59717F"/>
                </a:solidFill>
                <a:latin typeface="DejaVu Sans"/>
                <a:ea typeface="DejaVu Sans"/>
                <a:cs typeface="DejaVu Sans"/>
              </a:defRPr>
            </a:lvl9pPr>
          </a:lstStyle>
          <a:p xmlns:a="http://schemas.openxmlformats.org/drawingml/2006/main">
            <a:pPr>
              <a:defRPr sz="1575" b="0">
                <a:solidFill>
                  <a:srgbClr val="59717F"/>
                </a:solidFill>
                <a:latin typeface="DejaVu Sans"/>
                <a:ea typeface="DejaVu Sans"/>
                <a:cs typeface="DejaVu Sans"/>
              </a:defRPr>
            </a:pPr>
            <a:r>
              <a:rPr sz="1575" b="0">
                <a:solidFill>
                  <a:srgbClr val="59717F"/>
                </a:solidFill>
                <a:latin typeface="DejaVu Sans"/>
                <a:ea typeface="DejaVu Sans"/>
                <a:cs typeface="DejaVu Sans"/>
              </a:rPr>
              <a:t>Step through observations.</a:t>
            </a:r>
          </a:p>
        </p:txBody>
      </p:sp>
      <p:sp>
        <p:nvSpPr>
          <p:cNvPr id="7" name="">
            <a:extLst xmlns:a="http://schemas.openxmlformats.org/drawingml/2006/main">
              <a:ext uri="{FF2B5EF4-FFF2-40B4-BE49-F238E27FC236}">
                <a16:creationId xmlns:a16="http://schemas.microsoft.com/office/drawing/2014/main" id="{AC73DF72-1B9B-4E27-AD48-DB9028E60EEB}"/>
              </a:ext>
            </a:extLst>
          </p:cNvPr>
          <p:cNvSpPr>
            <a:spLocks xmlns:a="http://schemas.openxmlformats.org/drawingml/2006/main" noGrp="1"/>
          </p:cNvSpPr>
          <p:nvPr/>
        </p:nvSpPr>
        <p:spPr>
          <a:xfrm xmlns:a="http://schemas.openxmlformats.org/drawingml/2006/main">
            <a:off x="9239250" y="2905125"/>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087F8C"/>
                </a:solidFill>
                <a:latin typeface="DejaVu Sans"/>
                <a:ea typeface="DejaVu Sans"/>
                <a:cs typeface="DejaVu Sans"/>
              </a:defRPr>
            </a:defPPr>
            <a:lvl1pPr>
              <a:defRPr sz="1875" b="1">
                <a:solidFill>
                  <a:srgbClr val="087F8C"/>
                </a:solidFill>
                <a:latin typeface="DejaVu Sans"/>
                <a:ea typeface="DejaVu Sans"/>
                <a:cs typeface="DejaVu Sans"/>
              </a:defRPr>
            </a:lvl1pPr>
            <a:lvl2pPr>
              <a:defRPr sz="1875" b="1">
                <a:solidFill>
                  <a:srgbClr val="087F8C"/>
                </a:solidFill>
                <a:latin typeface="DejaVu Sans"/>
                <a:ea typeface="DejaVu Sans"/>
                <a:cs typeface="DejaVu Sans"/>
              </a:defRPr>
            </a:lvl2pPr>
            <a:lvl3pPr>
              <a:defRPr sz="1875" b="1">
                <a:solidFill>
                  <a:srgbClr val="087F8C"/>
                </a:solidFill>
                <a:latin typeface="DejaVu Sans"/>
                <a:ea typeface="DejaVu Sans"/>
                <a:cs typeface="DejaVu Sans"/>
              </a:defRPr>
            </a:lvl3pPr>
            <a:lvl4pPr>
              <a:defRPr sz="1875" b="1">
                <a:solidFill>
                  <a:srgbClr val="087F8C"/>
                </a:solidFill>
                <a:latin typeface="DejaVu Sans"/>
                <a:ea typeface="DejaVu Sans"/>
                <a:cs typeface="DejaVu Sans"/>
              </a:defRPr>
            </a:lvl4pPr>
            <a:lvl5pPr>
              <a:defRPr sz="1875" b="1">
                <a:solidFill>
                  <a:srgbClr val="087F8C"/>
                </a:solidFill>
                <a:latin typeface="DejaVu Sans"/>
                <a:ea typeface="DejaVu Sans"/>
                <a:cs typeface="DejaVu Sans"/>
              </a:defRPr>
            </a:lvl5pPr>
            <a:lvl6pPr>
              <a:defRPr sz="1875" b="1">
                <a:solidFill>
                  <a:srgbClr val="087F8C"/>
                </a:solidFill>
                <a:latin typeface="DejaVu Sans"/>
                <a:ea typeface="DejaVu Sans"/>
                <a:cs typeface="DejaVu Sans"/>
              </a:defRPr>
            </a:lvl6pPr>
            <a:lvl7pPr>
              <a:defRPr sz="1875" b="1">
                <a:solidFill>
                  <a:srgbClr val="087F8C"/>
                </a:solidFill>
                <a:latin typeface="DejaVu Sans"/>
                <a:ea typeface="DejaVu Sans"/>
                <a:cs typeface="DejaVu Sans"/>
              </a:defRPr>
            </a:lvl7pPr>
            <a:lvl8pPr>
              <a:defRPr sz="1875" b="1">
                <a:solidFill>
                  <a:srgbClr val="087F8C"/>
                </a:solidFill>
                <a:latin typeface="DejaVu Sans"/>
                <a:ea typeface="DejaVu Sans"/>
                <a:cs typeface="DejaVu Sans"/>
              </a:defRPr>
            </a:lvl8pPr>
            <a:lvl9pPr>
              <a:defRPr sz="1875" b="1">
                <a:solidFill>
                  <a:srgbClr val="087F8C"/>
                </a:solidFill>
                <a:latin typeface="DejaVu Sans"/>
                <a:ea typeface="DejaVu Sans"/>
                <a:cs typeface="DejaVu Sans"/>
              </a:defRPr>
            </a:lvl9pPr>
          </a:lstStyle>
          <a:p xmlns:a="http://schemas.openxmlformats.org/drawingml/2006/main">
            <a:pPr>
              <a:defRPr sz="1875" b="1">
                <a:solidFill>
                  <a:srgbClr val="087F8C"/>
                </a:solidFill>
                <a:latin typeface="DejaVu Sans"/>
                <a:ea typeface="DejaVu Sans"/>
                <a:cs typeface="DejaVu Sans"/>
              </a:defRPr>
            </a:pPr>
            <a:r>
              <a:rPr sz="1875" b="1">
                <a:solidFill>
                  <a:srgbClr val="087F8C"/>
                </a:solidFill>
                <a:latin typeface="DejaVu Sans"/>
                <a:ea typeface="DejaVu Sans"/>
                <a:cs typeface="DejaVu Sans"/>
              </a:rPr>
              <a:t>Review</a:t>
            </a:r>
          </a:p>
        </p:txBody>
      </p:sp>
      <p:sp>
        <p:nvSpPr>
          <p:cNvPr id="8" name="">
            <a:extLst xmlns:a="http://schemas.openxmlformats.org/drawingml/2006/main">
              <a:ext uri="{FF2B5EF4-FFF2-40B4-BE49-F238E27FC236}">
                <a16:creationId xmlns:a16="http://schemas.microsoft.com/office/drawing/2014/main" id="{5CE8D4B2-5B4F-475B-A993-39C787B1D862}"/>
              </a:ext>
            </a:extLst>
          </p:cNvPr>
          <p:cNvSpPr>
            <a:spLocks xmlns:a="http://schemas.openxmlformats.org/drawingml/2006/main" noGrp="1"/>
          </p:cNvSpPr>
          <p:nvPr/>
        </p:nvSpPr>
        <p:spPr>
          <a:xfrm xmlns:a="http://schemas.openxmlformats.org/drawingml/2006/main">
            <a:off x="9239250" y="3267075"/>
            <a:ext cx="2381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9717F"/>
                </a:solidFill>
                <a:latin typeface="DejaVu Sans"/>
                <a:ea typeface="DejaVu Sans"/>
                <a:cs typeface="DejaVu Sans"/>
              </a:defRPr>
            </a:defPPr>
            <a:lvl1pPr>
              <a:defRPr sz="1575" b="0">
                <a:solidFill>
                  <a:srgbClr val="59717F"/>
                </a:solidFill>
                <a:latin typeface="DejaVu Sans"/>
                <a:ea typeface="DejaVu Sans"/>
                <a:cs typeface="DejaVu Sans"/>
              </a:defRPr>
            </a:lvl1pPr>
            <a:lvl2pPr>
              <a:defRPr sz="1575" b="0">
                <a:solidFill>
                  <a:srgbClr val="59717F"/>
                </a:solidFill>
                <a:latin typeface="DejaVu Sans"/>
                <a:ea typeface="DejaVu Sans"/>
                <a:cs typeface="DejaVu Sans"/>
              </a:defRPr>
            </a:lvl2pPr>
            <a:lvl3pPr>
              <a:defRPr sz="1575" b="0">
                <a:solidFill>
                  <a:srgbClr val="59717F"/>
                </a:solidFill>
                <a:latin typeface="DejaVu Sans"/>
                <a:ea typeface="DejaVu Sans"/>
                <a:cs typeface="DejaVu Sans"/>
              </a:defRPr>
            </a:lvl3pPr>
            <a:lvl4pPr>
              <a:defRPr sz="1575" b="0">
                <a:solidFill>
                  <a:srgbClr val="59717F"/>
                </a:solidFill>
                <a:latin typeface="DejaVu Sans"/>
                <a:ea typeface="DejaVu Sans"/>
                <a:cs typeface="DejaVu Sans"/>
              </a:defRPr>
            </a:lvl4pPr>
            <a:lvl5pPr>
              <a:defRPr sz="1575" b="0">
                <a:solidFill>
                  <a:srgbClr val="59717F"/>
                </a:solidFill>
                <a:latin typeface="DejaVu Sans"/>
                <a:ea typeface="DejaVu Sans"/>
                <a:cs typeface="DejaVu Sans"/>
              </a:defRPr>
            </a:lvl5pPr>
            <a:lvl6pPr>
              <a:defRPr sz="1575" b="0">
                <a:solidFill>
                  <a:srgbClr val="59717F"/>
                </a:solidFill>
                <a:latin typeface="DejaVu Sans"/>
                <a:ea typeface="DejaVu Sans"/>
                <a:cs typeface="DejaVu Sans"/>
              </a:defRPr>
            </a:lvl6pPr>
            <a:lvl7pPr>
              <a:defRPr sz="1575" b="0">
                <a:solidFill>
                  <a:srgbClr val="59717F"/>
                </a:solidFill>
                <a:latin typeface="DejaVu Sans"/>
                <a:ea typeface="DejaVu Sans"/>
                <a:cs typeface="DejaVu Sans"/>
              </a:defRPr>
            </a:lvl7pPr>
            <a:lvl8pPr>
              <a:defRPr sz="1575" b="0">
                <a:solidFill>
                  <a:srgbClr val="59717F"/>
                </a:solidFill>
                <a:latin typeface="DejaVu Sans"/>
                <a:ea typeface="DejaVu Sans"/>
                <a:cs typeface="DejaVu Sans"/>
              </a:defRPr>
            </a:lvl8pPr>
            <a:lvl9pPr>
              <a:defRPr sz="1575" b="0">
                <a:solidFill>
                  <a:srgbClr val="59717F"/>
                </a:solidFill>
                <a:latin typeface="DejaVu Sans"/>
                <a:ea typeface="DejaVu Sans"/>
                <a:cs typeface="DejaVu Sans"/>
              </a:defRPr>
            </a:lvl9pPr>
          </a:lstStyle>
          <a:p xmlns:a="http://schemas.openxmlformats.org/drawingml/2006/main">
            <a:pPr>
              <a:defRPr sz="1575" b="0">
                <a:solidFill>
                  <a:srgbClr val="59717F"/>
                </a:solidFill>
                <a:latin typeface="DejaVu Sans"/>
                <a:ea typeface="DejaVu Sans"/>
                <a:cs typeface="DejaVu Sans"/>
              </a:defRPr>
            </a:pPr>
            <a:r>
              <a:rPr sz="1575" b="0">
                <a:solidFill>
                  <a:srgbClr val="59717F"/>
                </a:solidFill>
                <a:latin typeface="DejaVu Sans"/>
                <a:ea typeface="DejaVu Sans"/>
                <a:cs typeface="DejaVu Sans"/>
              </a:rPr>
              <a:t>Forecast + uncertainty + data age.</a:t>
            </a:r>
          </a:p>
        </p:txBody>
      </p:sp>
      <p:sp>
        <p:nvSpPr>
          <p:cNvPr id="9" name="">
            <a:extLst xmlns:a="http://schemas.openxmlformats.org/drawingml/2006/main">
              <a:ext uri="{FF2B5EF4-FFF2-40B4-BE49-F238E27FC236}">
                <a16:creationId xmlns:a16="http://schemas.microsoft.com/office/drawing/2014/main" id="{FC5897AD-34A0-4BAE-96D6-0D5F8BFFB878}"/>
              </a:ext>
            </a:extLst>
          </p:cNvPr>
          <p:cNvSpPr>
            <a:spLocks xmlns:a="http://schemas.openxmlformats.org/drawingml/2006/main" noGrp="1"/>
          </p:cNvSpPr>
          <p:nvPr/>
        </p:nvSpPr>
        <p:spPr>
          <a:xfrm xmlns:a="http://schemas.openxmlformats.org/drawingml/2006/main">
            <a:off x="9239250" y="4095750"/>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087F8C"/>
                </a:solidFill>
                <a:latin typeface="DejaVu Sans"/>
                <a:ea typeface="DejaVu Sans"/>
                <a:cs typeface="DejaVu Sans"/>
              </a:defRPr>
            </a:defPPr>
            <a:lvl1pPr>
              <a:defRPr sz="1875" b="1">
                <a:solidFill>
                  <a:srgbClr val="087F8C"/>
                </a:solidFill>
                <a:latin typeface="DejaVu Sans"/>
                <a:ea typeface="DejaVu Sans"/>
                <a:cs typeface="DejaVu Sans"/>
              </a:defRPr>
            </a:lvl1pPr>
            <a:lvl2pPr>
              <a:defRPr sz="1875" b="1">
                <a:solidFill>
                  <a:srgbClr val="087F8C"/>
                </a:solidFill>
                <a:latin typeface="DejaVu Sans"/>
                <a:ea typeface="DejaVu Sans"/>
                <a:cs typeface="DejaVu Sans"/>
              </a:defRPr>
            </a:lvl2pPr>
            <a:lvl3pPr>
              <a:defRPr sz="1875" b="1">
                <a:solidFill>
                  <a:srgbClr val="087F8C"/>
                </a:solidFill>
                <a:latin typeface="DejaVu Sans"/>
                <a:ea typeface="DejaVu Sans"/>
                <a:cs typeface="DejaVu Sans"/>
              </a:defRPr>
            </a:lvl3pPr>
            <a:lvl4pPr>
              <a:defRPr sz="1875" b="1">
                <a:solidFill>
                  <a:srgbClr val="087F8C"/>
                </a:solidFill>
                <a:latin typeface="DejaVu Sans"/>
                <a:ea typeface="DejaVu Sans"/>
                <a:cs typeface="DejaVu Sans"/>
              </a:defRPr>
            </a:lvl4pPr>
            <a:lvl5pPr>
              <a:defRPr sz="1875" b="1">
                <a:solidFill>
                  <a:srgbClr val="087F8C"/>
                </a:solidFill>
                <a:latin typeface="DejaVu Sans"/>
                <a:ea typeface="DejaVu Sans"/>
                <a:cs typeface="DejaVu Sans"/>
              </a:defRPr>
            </a:lvl5pPr>
            <a:lvl6pPr>
              <a:defRPr sz="1875" b="1">
                <a:solidFill>
                  <a:srgbClr val="087F8C"/>
                </a:solidFill>
                <a:latin typeface="DejaVu Sans"/>
                <a:ea typeface="DejaVu Sans"/>
                <a:cs typeface="DejaVu Sans"/>
              </a:defRPr>
            </a:lvl6pPr>
            <a:lvl7pPr>
              <a:defRPr sz="1875" b="1">
                <a:solidFill>
                  <a:srgbClr val="087F8C"/>
                </a:solidFill>
                <a:latin typeface="DejaVu Sans"/>
                <a:ea typeface="DejaVu Sans"/>
                <a:cs typeface="DejaVu Sans"/>
              </a:defRPr>
            </a:lvl7pPr>
            <a:lvl8pPr>
              <a:defRPr sz="1875" b="1">
                <a:solidFill>
                  <a:srgbClr val="087F8C"/>
                </a:solidFill>
                <a:latin typeface="DejaVu Sans"/>
                <a:ea typeface="DejaVu Sans"/>
                <a:cs typeface="DejaVu Sans"/>
              </a:defRPr>
            </a:lvl8pPr>
            <a:lvl9pPr>
              <a:defRPr sz="1875" b="1">
                <a:solidFill>
                  <a:srgbClr val="087F8C"/>
                </a:solidFill>
                <a:latin typeface="DejaVu Sans"/>
                <a:ea typeface="DejaVu Sans"/>
                <a:cs typeface="DejaVu Sans"/>
              </a:defRPr>
            </a:lvl9pPr>
          </a:lstStyle>
          <a:p xmlns:a="http://schemas.openxmlformats.org/drawingml/2006/main">
            <a:pPr>
              <a:defRPr sz="1875" b="1">
                <a:solidFill>
                  <a:srgbClr val="087F8C"/>
                </a:solidFill>
                <a:latin typeface="DejaVu Sans"/>
                <a:ea typeface="DejaVu Sans"/>
                <a:cs typeface="DejaVu Sans"/>
              </a:defRPr>
            </a:pPr>
            <a:r>
              <a:rPr sz="1875" b="1">
                <a:solidFill>
                  <a:srgbClr val="087F8C"/>
                </a:solidFill>
                <a:latin typeface="DejaVu Sans"/>
                <a:ea typeface="DejaVu Sans"/>
                <a:cs typeface="DejaVu Sans"/>
              </a:rPr>
              <a:t>Inspect</a:t>
            </a:r>
          </a:p>
        </p:txBody>
      </p:sp>
      <p:sp>
        <p:nvSpPr>
          <p:cNvPr id="10" name="">
            <a:extLst xmlns:a="http://schemas.openxmlformats.org/drawingml/2006/main">
              <a:ext uri="{FF2B5EF4-FFF2-40B4-BE49-F238E27FC236}">
                <a16:creationId xmlns:a16="http://schemas.microsoft.com/office/drawing/2014/main" id="{3313AFB5-EEFD-4D65-82FB-74C20ECF958F}"/>
              </a:ext>
            </a:extLst>
          </p:cNvPr>
          <p:cNvSpPr>
            <a:spLocks xmlns:a="http://schemas.openxmlformats.org/drawingml/2006/main" noGrp="1"/>
          </p:cNvSpPr>
          <p:nvPr/>
        </p:nvSpPr>
        <p:spPr>
          <a:xfrm xmlns:a="http://schemas.openxmlformats.org/drawingml/2006/main">
            <a:off x="9239250" y="4457700"/>
            <a:ext cx="2381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9717F"/>
                </a:solidFill>
                <a:latin typeface="DejaVu Sans"/>
                <a:ea typeface="DejaVu Sans"/>
                <a:cs typeface="DejaVu Sans"/>
              </a:defRPr>
            </a:defPPr>
            <a:lvl1pPr>
              <a:defRPr sz="1575" b="0">
                <a:solidFill>
                  <a:srgbClr val="59717F"/>
                </a:solidFill>
                <a:latin typeface="DejaVu Sans"/>
                <a:ea typeface="DejaVu Sans"/>
                <a:cs typeface="DejaVu Sans"/>
              </a:defRPr>
            </a:lvl1pPr>
            <a:lvl2pPr>
              <a:defRPr sz="1575" b="0">
                <a:solidFill>
                  <a:srgbClr val="59717F"/>
                </a:solidFill>
                <a:latin typeface="DejaVu Sans"/>
                <a:ea typeface="DejaVu Sans"/>
                <a:cs typeface="DejaVu Sans"/>
              </a:defRPr>
            </a:lvl2pPr>
            <a:lvl3pPr>
              <a:defRPr sz="1575" b="0">
                <a:solidFill>
                  <a:srgbClr val="59717F"/>
                </a:solidFill>
                <a:latin typeface="DejaVu Sans"/>
                <a:ea typeface="DejaVu Sans"/>
                <a:cs typeface="DejaVu Sans"/>
              </a:defRPr>
            </a:lvl3pPr>
            <a:lvl4pPr>
              <a:defRPr sz="1575" b="0">
                <a:solidFill>
                  <a:srgbClr val="59717F"/>
                </a:solidFill>
                <a:latin typeface="DejaVu Sans"/>
                <a:ea typeface="DejaVu Sans"/>
                <a:cs typeface="DejaVu Sans"/>
              </a:defRPr>
            </a:lvl4pPr>
            <a:lvl5pPr>
              <a:defRPr sz="1575" b="0">
                <a:solidFill>
                  <a:srgbClr val="59717F"/>
                </a:solidFill>
                <a:latin typeface="DejaVu Sans"/>
                <a:ea typeface="DejaVu Sans"/>
                <a:cs typeface="DejaVu Sans"/>
              </a:defRPr>
            </a:lvl5pPr>
            <a:lvl6pPr>
              <a:defRPr sz="1575" b="0">
                <a:solidFill>
                  <a:srgbClr val="59717F"/>
                </a:solidFill>
                <a:latin typeface="DejaVu Sans"/>
                <a:ea typeface="DejaVu Sans"/>
                <a:cs typeface="DejaVu Sans"/>
              </a:defRPr>
            </a:lvl6pPr>
            <a:lvl7pPr>
              <a:defRPr sz="1575" b="0">
                <a:solidFill>
                  <a:srgbClr val="59717F"/>
                </a:solidFill>
                <a:latin typeface="DejaVu Sans"/>
                <a:ea typeface="DejaVu Sans"/>
                <a:cs typeface="DejaVu Sans"/>
              </a:defRPr>
            </a:lvl7pPr>
            <a:lvl8pPr>
              <a:defRPr sz="1575" b="0">
                <a:solidFill>
                  <a:srgbClr val="59717F"/>
                </a:solidFill>
                <a:latin typeface="DejaVu Sans"/>
                <a:ea typeface="DejaVu Sans"/>
                <a:cs typeface="DejaVu Sans"/>
              </a:defRPr>
            </a:lvl8pPr>
            <a:lvl9pPr>
              <a:defRPr sz="1575" b="0">
                <a:solidFill>
                  <a:srgbClr val="59717F"/>
                </a:solidFill>
                <a:latin typeface="DejaVu Sans"/>
                <a:ea typeface="DejaVu Sans"/>
                <a:cs typeface="DejaVu Sans"/>
              </a:defRPr>
            </a:lvl9pPr>
          </a:lstStyle>
          <a:p xmlns:a="http://schemas.openxmlformats.org/drawingml/2006/main">
            <a:pPr>
              <a:defRPr sz="1575" b="0">
                <a:solidFill>
                  <a:srgbClr val="59717F"/>
                </a:solidFill>
                <a:latin typeface="DejaVu Sans"/>
                <a:ea typeface="DejaVu Sans"/>
                <a:cs typeface="DejaVu Sans"/>
              </a:defRPr>
            </a:pPr>
            <a:r>
              <a:rPr sz="1575" b="0">
                <a:solidFill>
                  <a:srgbClr val="59717F"/>
                </a:solidFill>
                <a:latin typeface="DejaVu Sans"/>
                <a:ea typeface="DejaVu Sans"/>
                <a:cs typeface="DejaVu Sans"/>
              </a:rPr>
              <a:t>Reveal future only for evaluation.</a:t>
            </a:r>
          </a:p>
        </p:txBody>
      </p:sp>
    </p:spTree>
    <p:extLst>
      <p:ext uri="{BB962C8B-B14F-4D97-AF65-F5344CB8AC3E}">
        <p14:creationId xmlns:p14="http://schemas.microsoft.com/office/powerpoint/2010/main" val="458175597"/>
      </p:ext>
    </p:extLst>
  </p:cSld>
</p:sld>
</file>

<file path=ppt/slides/slide9.xml><?xml version="1.0" encoding="utf-8"?>
<p:sld xmlns:p="http://schemas.openxmlformats.org/presentationml/2006/main">
  <p:cSld>
    <p:bg>
      <p:bgPr>
        <a:solidFill xmlns:a="http://schemas.openxmlformats.org/drawingml/2006/main">
          <a:srgbClr val="F5F8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5A58B82-CFF0-4FCB-9EF9-393A78EEF140}"/>
              </a:ext>
            </a:extLst>
          </p:cNvPr>
          <p:cNvSpPr>
            <a:spLocks xmlns:a="http://schemas.openxmlformats.org/drawingml/2006/main" noGrp="1"/>
          </p:cNvSpPr>
          <p:nvPr/>
        </p:nvSpPr>
        <p:spPr>
          <a:xfrm xmlns:a="http://schemas.openxmlformats.org/drawingml/2006/main">
            <a:off x="571500" y="400050"/>
            <a:ext cx="11049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150" b="1">
                <a:solidFill>
                  <a:srgbClr val="10283D"/>
                </a:solidFill>
                <a:latin typeface="DejaVu Sans"/>
                <a:ea typeface="DejaVu Sans"/>
                <a:cs typeface="DejaVu Sans"/>
              </a:defRPr>
            </a:defPPr>
            <a:lvl1pPr>
              <a:defRPr sz="3150" b="1">
                <a:solidFill>
                  <a:srgbClr val="10283D"/>
                </a:solidFill>
                <a:latin typeface="DejaVu Sans"/>
                <a:ea typeface="DejaVu Sans"/>
                <a:cs typeface="DejaVu Sans"/>
              </a:defRPr>
            </a:lvl1pPr>
            <a:lvl2pPr>
              <a:defRPr sz="3150" b="1">
                <a:solidFill>
                  <a:srgbClr val="10283D"/>
                </a:solidFill>
                <a:latin typeface="DejaVu Sans"/>
                <a:ea typeface="DejaVu Sans"/>
                <a:cs typeface="DejaVu Sans"/>
              </a:defRPr>
            </a:lvl2pPr>
            <a:lvl3pPr>
              <a:defRPr sz="3150" b="1">
                <a:solidFill>
                  <a:srgbClr val="10283D"/>
                </a:solidFill>
                <a:latin typeface="DejaVu Sans"/>
                <a:ea typeface="DejaVu Sans"/>
                <a:cs typeface="DejaVu Sans"/>
              </a:defRPr>
            </a:lvl3pPr>
            <a:lvl4pPr>
              <a:defRPr sz="3150" b="1">
                <a:solidFill>
                  <a:srgbClr val="10283D"/>
                </a:solidFill>
                <a:latin typeface="DejaVu Sans"/>
                <a:ea typeface="DejaVu Sans"/>
                <a:cs typeface="DejaVu Sans"/>
              </a:defRPr>
            </a:lvl4pPr>
            <a:lvl5pPr>
              <a:defRPr sz="3150" b="1">
                <a:solidFill>
                  <a:srgbClr val="10283D"/>
                </a:solidFill>
                <a:latin typeface="DejaVu Sans"/>
                <a:ea typeface="DejaVu Sans"/>
                <a:cs typeface="DejaVu Sans"/>
              </a:defRPr>
            </a:lvl5pPr>
            <a:lvl6pPr>
              <a:defRPr sz="3150" b="1">
                <a:solidFill>
                  <a:srgbClr val="10283D"/>
                </a:solidFill>
                <a:latin typeface="DejaVu Sans"/>
                <a:ea typeface="DejaVu Sans"/>
                <a:cs typeface="DejaVu Sans"/>
              </a:defRPr>
            </a:lvl6pPr>
            <a:lvl7pPr>
              <a:defRPr sz="3150" b="1">
                <a:solidFill>
                  <a:srgbClr val="10283D"/>
                </a:solidFill>
                <a:latin typeface="DejaVu Sans"/>
                <a:ea typeface="DejaVu Sans"/>
                <a:cs typeface="DejaVu Sans"/>
              </a:defRPr>
            </a:lvl7pPr>
            <a:lvl8pPr>
              <a:defRPr sz="3150" b="1">
                <a:solidFill>
                  <a:srgbClr val="10283D"/>
                </a:solidFill>
                <a:latin typeface="DejaVu Sans"/>
                <a:ea typeface="DejaVu Sans"/>
                <a:cs typeface="DejaVu Sans"/>
              </a:defRPr>
            </a:lvl8pPr>
            <a:lvl9pPr>
              <a:defRPr sz="3150" b="1">
                <a:solidFill>
                  <a:srgbClr val="10283D"/>
                </a:solidFill>
                <a:latin typeface="DejaVu Sans"/>
                <a:ea typeface="DejaVu Sans"/>
                <a:cs typeface="DejaVu Sans"/>
              </a:defRPr>
            </a:lvl9pPr>
          </a:lstStyle>
          <a:p xmlns:a="http://schemas.openxmlformats.org/drawingml/2006/main">
            <a:pPr>
              <a:defRPr sz="3150" b="1">
                <a:solidFill>
                  <a:srgbClr val="10283D"/>
                </a:solidFill>
                <a:latin typeface="DejaVu Sans"/>
                <a:ea typeface="DejaVu Sans"/>
                <a:cs typeface="DejaVu Sans"/>
              </a:defRPr>
            </a:pPr>
            <a:r>
              <a:rPr sz="3150" b="1">
                <a:solidFill>
                  <a:srgbClr val="10283D"/>
                </a:solidFill>
                <a:latin typeface="DejaVu Sans"/>
                <a:ea typeface="DejaVu Sans"/>
                <a:cs typeface="DejaVu Sans"/>
              </a:rPr>
              <a:t>The alert experiment needs improvement</a:t>
            </a:r>
          </a:p>
        </p:txBody>
      </p:sp>
      <p:sp>
        <p:nvSpPr>
          <p:cNvPr id="2" name="">
            <a:extLst xmlns:a="http://schemas.openxmlformats.org/drawingml/2006/main">
              <a:ext uri="{FF2B5EF4-FFF2-40B4-BE49-F238E27FC236}">
                <a16:creationId xmlns:a16="http://schemas.microsoft.com/office/drawing/2014/main" id="{3A67C4B0-4292-44C2-908A-81A6CA080F4D}"/>
              </a:ext>
            </a:extLst>
          </p:cNvPr>
          <p:cNvSpPr>
            <a:spLocks xmlns:a="http://schemas.openxmlformats.org/drawingml/2006/main" noGrp="1"/>
          </p:cNvSpPr>
          <p:nvPr/>
        </p:nvSpPr>
        <p:spPr>
          <a:xfrm xmlns:a="http://schemas.openxmlformats.org/drawingml/2006/main">
            <a:off x="571500" y="6448425"/>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9717F"/>
                </a:solidFill>
                <a:latin typeface="DejaVu Sans"/>
                <a:ea typeface="DejaVu Sans"/>
                <a:cs typeface="DejaVu Sans"/>
              </a:defRPr>
            </a:defPPr>
            <a:lvl1pPr>
              <a:defRPr sz="1050" b="0">
                <a:solidFill>
                  <a:srgbClr val="59717F"/>
                </a:solidFill>
                <a:latin typeface="DejaVu Sans"/>
                <a:ea typeface="DejaVu Sans"/>
                <a:cs typeface="DejaVu Sans"/>
              </a:defRPr>
            </a:lvl1pPr>
            <a:lvl2pPr>
              <a:defRPr sz="1050" b="0">
                <a:solidFill>
                  <a:srgbClr val="59717F"/>
                </a:solidFill>
                <a:latin typeface="DejaVu Sans"/>
                <a:ea typeface="DejaVu Sans"/>
                <a:cs typeface="DejaVu Sans"/>
              </a:defRPr>
            </a:lvl2pPr>
            <a:lvl3pPr>
              <a:defRPr sz="1050" b="0">
                <a:solidFill>
                  <a:srgbClr val="59717F"/>
                </a:solidFill>
                <a:latin typeface="DejaVu Sans"/>
                <a:ea typeface="DejaVu Sans"/>
                <a:cs typeface="DejaVu Sans"/>
              </a:defRPr>
            </a:lvl3pPr>
            <a:lvl4pPr>
              <a:defRPr sz="1050" b="0">
                <a:solidFill>
                  <a:srgbClr val="59717F"/>
                </a:solidFill>
                <a:latin typeface="DejaVu Sans"/>
                <a:ea typeface="DejaVu Sans"/>
                <a:cs typeface="DejaVu Sans"/>
              </a:defRPr>
            </a:lvl4pPr>
            <a:lvl5pPr>
              <a:defRPr sz="1050" b="0">
                <a:solidFill>
                  <a:srgbClr val="59717F"/>
                </a:solidFill>
                <a:latin typeface="DejaVu Sans"/>
                <a:ea typeface="DejaVu Sans"/>
                <a:cs typeface="DejaVu Sans"/>
              </a:defRPr>
            </a:lvl5pPr>
            <a:lvl6pPr>
              <a:defRPr sz="1050" b="0">
                <a:solidFill>
                  <a:srgbClr val="59717F"/>
                </a:solidFill>
                <a:latin typeface="DejaVu Sans"/>
                <a:ea typeface="DejaVu Sans"/>
                <a:cs typeface="DejaVu Sans"/>
              </a:defRPr>
            </a:lvl6pPr>
            <a:lvl7pPr>
              <a:defRPr sz="1050" b="0">
                <a:solidFill>
                  <a:srgbClr val="59717F"/>
                </a:solidFill>
                <a:latin typeface="DejaVu Sans"/>
                <a:ea typeface="DejaVu Sans"/>
                <a:cs typeface="DejaVu Sans"/>
              </a:defRPr>
            </a:lvl7pPr>
            <a:lvl8pPr>
              <a:defRPr sz="1050" b="0">
                <a:solidFill>
                  <a:srgbClr val="59717F"/>
                </a:solidFill>
                <a:latin typeface="DejaVu Sans"/>
                <a:ea typeface="DejaVu Sans"/>
                <a:cs typeface="DejaVu Sans"/>
              </a:defRPr>
            </a:lvl8pPr>
            <a:lvl9pPr>
              <a:defRPr sz="1050" b="0">
                <a:solidFill>
                  <a:srgbClr val="59717F"/>
                </a:solidFill>
                <a:latin typeface="DejaVu Sans"/>
                <a:ea typeface="DejaVu Sans"/>
                <a:cs typeface="DejaVu Sans"/>
              </a:defRPr>
            </a:lvl9pPr>
          </a:lstStyle>
          <a:p xmlns:a="http://schemas.openxmlformats.org/drawingml/2006/main">
            <a:pPr>
              <a:defRPr sz="1050" b="0">
                <a:solidFill>
                  <a:srgbClr val="59717F"/>
                </a:solidFill>
                <a:latin typeface="DejaVu Sans"/>
                <a:ea typeface="DejaVu Sans"/>
                <a:cs typeface="DejaVu Sans"/>
              </a:defRPr>
            </a:pPr>
            <a:r>
              <a:rPr sz="1050" b="0">
                <a:solidFill>
                  <a:srgbClr val="59717F"/>
                </a:solidFill>
                <a:latin typeface="DejaVu Sans"/>
                <a:ea typeface="DejaVu Sans"/>
                <a:cs typeface="DejaVu Sans"/>
              </a:rPr>
              <a:t>TEAM PRODUCT  /  IIT KANPUR</a:t>
            </a:r>
          </a:p>
        </p:txBody>
      </p:sp>
      <p:sp>
        <p:nvSpPr>
          <p:cNvPr id="3" name="">
            <a:extLst xmlns:a="http://schemas.openxmlformats.org/drawingml/2006/main">
              <a:ext uri="{FF2B5EF4-FFF2-40B4-BE49-F238E27FC236}">
                <a16:creationId xmlns:a16="http://schemas.microsoft.com/office/drawing/2014/main" id="{A1D7BB9B-5F16-4BC7-98CE-81798606DCA8}"/>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9717F"/>
                </a:solidFill>
                <a:latin typeface="DejaVu Sans"/>
                <a:ea typeface="DejaVu Sans"/>
                <a:cs typeface="DejaVu Sans"/>
              </a:defRPr>
            </a:defPPr>
            <a:lvl1pPr>
              <a:defRPr sz="1050" b="0">
                <a:solidFill>
                  <a:srgbClr val="59717F"/>
                </a:solidFill>
                <a:latin typeface="DejaVu Sans"/>
                <a:ea typeface="DejaVu Sans"/>
                <a:cs typeface="DejaVu Sans"/>
              </a:defRPr>
            </a:lvl1pPr>
            <a:lvl2pPr>
              <a:defRPr sz="1050" b="0">
                <a:solidFill>
                  <a:srgbClr val="59717F"/>
                </a:solidFill>
                <a:latin typeface="DejaVu Sans"/>
                <a:ea typeface="DejaVu Sans"/>
                <a:cs typeface="DejaVu Sans"/>
              </a:defRPr>
            </a:lvl2pPr>
            <a:lvl3pPr>
              <a:defRPr sz="1050" b="0">
                <a:solidFill>
                  <a:srgbClr val="59717F"/>
                </a:solidFill>
                <a:latin typeface="DejaVu Sans"/>
                <a:ea typeface="DejaVu Sans"/>
                <a:cs typeface="DejaVu Sans"/>
              </a:defRPr>
            </a:lvl3pPr>
            <a:lvl4pPr>
              <a:defRPr sz="1050" b="0">
                <a:solidFill>
                  <a:srgbClr val="59717F"/>
                </a:solidFill>
                <a:latin typeface="DejaVu Sans"/>
                <a:ea typeface="DejaVu Sans"/>
                <a:cs typeface="DejaVu Sans"/>
              </a:defRPr>
            </a:lvl4pPr>
            <a:lvl5pPr>
              <a:defRPr sz="1050" b="0">
                <a:solidFill>
                  <a:srgbClr val="59717F"/>
                </a:solidFill>
                <a:latin typeface="DejaVu Sans"/>
                <a:ea typeface="DejaVu Sans"/>
                <a:cs typeface="DejaVu Sans"/>
              </a:defRPr>
            </a:lvl5pPr>
            <a:lvl6pPr>
              <a:defRPr sz="1050" b="0">
                <a:solidFill>
                  <a:srgbClr val="59717F"/>
                </a:solidFill>
                <a:latin typeface="DejaVu Sans"/>
                <a:ea typeface="DejaVu Sans"/>
                <a:cs typeface="DejaVu Sans"/>
              </a:defRPr>
            </a:lvl6pPr>
            <a:lvl7pPr>
              <a:defRPr sz="1050" b="0">
                <a:solidFill>
                  <a:srgbClr val="59717F"/>
                </a:solidFill>
                <a:latin typeface="DejaVu Sans"/>
                <a:ea typeface="DejaVu Sans"/>
                <a:cs typeface="DejaVu Sans"/>
              </a:defRPr>
            </a:lvl7pPr>
            <a:lvl8pPr>
              <a:defRPr sz="1050" b="0">
                <a:solidFill>
                  <a:srgbClr val="59717F"/>
                </a:solidFill>
                <a:latin typeface="DejaVu Sans"/>
                <a:ea typeface="DejaVu Sans"/>
                <a:cs typeface="DejaVu Sans"/>
              </a:defRPr>
            </a:lvl8pPr>
            <a:lvl9pPr>
              <a:defRPr sz="1050" b="0">
                <a:solidFill>
                  <a:srgbClr val="59717F"/>
                </a:solidFill>
                <a:latin typeface="DejaVu Sans"/>
                <a:ea typeface="DejaVu Sans"/>
                <a:cs typeface="DejaVu Sans"/>
              </a:defRPr>
            </a:lvl9pPr>
          </a:lstStyle>
          <a:p xmlns:a="http://schemas.openxmlformats.org/drawingml/2006/main">
            <a:pPr>
              <a:defRPr sz="1050" b="0">
                <a:solidFill>
                  <a:srgbClr val="59717F"/>
                </a:solidFill>
                <a:latin typeface="DejaVu Sans"/>
                <a:ea typeface="DejaVu Sans"/>
                <a:cs typeface="DejaVu Sans"/>
              </a:defRPr>
            </a:pPr>
            <a:r>
              <a:rPr sz="1050" b="0">
                <a:solidFill>
                  <a:srgbClr val="59717F"/>
                </a:solidFill>
                <a:latin typeface="DejaVu Sans"/>
                <a:ea typeface="DejaVu Sans"/>
                <a:cs typeface="DejaVu Sans"/>
              </a:rPr>
              <a:t>09</a:t>
            </a:r>
          </a:p>
        </p:txBody>
      </p:sp>
      <p:graphicFrame>
        <p:nvGraphicFramePr>
          <p:cNvPr id="4" name="Chart">
            <a:extLst xmlns:a="http://schemas.openxmlformats.org/drawingml/2006/main">
              <a:ext uri="{FF2B5EF4-FFF2-40B4-BE49-F238E27FC236}">
                <a16:creationId xmlns:a16="http://schemas.microsoft.com/office/drawing/2014/main" id="{83BA957A-3691-46BF-934B-6F8804AC20A9}"/>
              </a:ext>
            </a:extLst>
          </p:cNvPr>
          <p:cNvGraphicFramePr/>
          <p:nvPr/>
        </p:nvGraphicFramePr>
        <p:xfrm>
          <a:off xmlns:a="http://schemas.openxmlformats.org/drawingml/2006/main" x="571500" y="1619250"/>
          <a:ext xmlns:a="http://schemas.openxmlformats.org/drawingml/2006/main" cx="6286500" cy="4000500"/>
        </p:xfrm>
        <a:graphic xmlns:a="http://schemas.openxmlformats.org/drawingml/2006/main">
          <a:graphicData uri="http://schemas.openxmlformats.org/drawingml/2006/chart">
            <c:chart xmlns:r="http://schemas.openxmlformats.org/officeDocument/2006/relationships" xmlns:c="http://schemas.openxmlformats.org/drawingml/2006/chart" r:id="Rbc72f2ed6f6c466b"/>
          </a:graphicData>
        </a:graphic>
      </p:graphicFrame>
      <p:sp>
        <p:nvSpPr>
          <p:cNvPr id="5" name="">
            <a:extLst xmlns:a="http://schemas.openxmlformats.org/drawingml/2006/main">
              <a:ext uri="{FF2B5EF4-FFF2-40B4-BE49-F238E27FC236}">
                <a16:creationId xmlns:a16="http://schemas.microsoft.com/office/drawing/2014/main" id="{5ADE013C-BABE-4916-A75F-77905AFAE11B}"/>
              </a:ext>
            </a:extLst>
          </p:cNvPr>
          <p:cNvSpPr>
            <a:spLocks xmlns:a="http://schemas.openxmlformats.org/drawingml/2006/main" noGrp="1"/>
          </p:cNvSpPr>
          <p:nvPr/>
        </p:nvSpPr>
        <p:spPr>
          <a:xfrm xmlns:a="http://schemas.openxmlformats.org/drawingml/2006/main">
            <a:off x="7620000" y="1714500"/>
            <a:ext cx="3714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425" b="1">
                <a:solidFill>
                  <a:srgbClr val="10283D"/>
                </a:solidFill>
                <a:latin typeface="DejaVu Sans"/>
                <a:ea typeface="DejaVu Sans"/>
                <a:cs typeface="DejaVu Sans"/>
              </a:defRPr>
            </a:defPPr>
            <a:lvl1pPr>
              <a:defRPr sz="4425" b="1">
                <a:solidFill>
                  <a:srgbClr val="10283D"/>
                </a:solidFill>
                <a:latin typeface="DejaVu Sans"/>
                <a:ea typeface="DejaVu Sans"/>
                <a:cs typeface="DejaVu Sans"/>
              </a:defRPr>
            </a:lvl1pPr>
            <a:lvl2pPr>
              <a:defRPr sz="4425" b="1">
                <a:solidFill>
                  <a:srgbClr val="10283D"/>
                </a:solidFill>
                <a:latin typeface="DejaVu Sans"/>
                <a:ea typeface="DejaVu Sans"/>
                <a:cs typeface="DejaVu Sans"/>
              </a:defRPr>
            </a:lvl2pPr>
            <a:lvl3pPr>
              <a:defRPr sz="4425" b="1">
                <a:solidFill>
                  <a:srgbClr val="10283D"/>
                </a:solidFill>
                <a:latin typeface="DejaVu Sans"/>
                <a:ea typeface="DejaVu Sans"/>
                <a:cs typeface="DejaVu Sans"/>
              </a:defRPr>
            </a:lvl3pPr>
            <a:lvl4pPr>
              <a:defRPr sz="4425" b="1">
                <a:solidFill>
                  <a:srgbClr val="10283D"/>
                </a:solidFill>
                <a:latin typeface="DejaVu Sans"/>
                <a:ea typeface="DejaVu Sans"/>
                <a:cs typeface="DejaVu Sans"/>
              </a:defRPr>
            </a:lvl4pPr>
            <a:lvl5pPr>
              <a:defRPr sz="4425" b="1">
                <a:solidFill>
                  <a:srgbClr val="10283D"/>
                </a:solidFill>
                <a:latin typeface="DejaVu Sans"/>
                <a:ea typeface="DejaVu Sans"/>
                <a:cs typeface="DejaVu Sans"/>
              </a:defRPr>
            </a:lvl5pPr>
            <a:lvl6pPr>
              <a:defRPr sz="4425" b="1">
                <a:solidFill>
                  <a:srgbClr val="10283D"/>
                </a:solidFill>
                <a:latin typeface="DejaVu Sans"/>
                <a:ea typeface="DejaVu Sans"/>
                <a:cs typeface="DejaVu Sans"/>
              </a:defRPr>
            </a:lvl6pPr>
            <a:lvl7pPr>
              <a:defRPr sz="4425" b="1">
                <a:solidFill>
                  <a:srgbClr val="10283D"/>
                </a:solidFill>
                <a:latin typeface="DejaVu Sans"/>
                <a:ea typeface="DejaVu Sans"/>
                <a:cs typeface="DejaVu Sans"/>
              </a:defRPr>
            </a:lvl7pPr>
            <a:lvl8pPr>
              <a:defRPr sz="4425" b="1">
                <a:solidFill>
                  <a:srgbClr val="10283D"/>
                </a:solidFill>
                <a:latin typeface="DejaVu Sans"/>
                <a:ea typeface="DejaVu Sans"/>
                <a:cs typeface="DejaVu Sans"/>
              </a:defRPr>
            </a:lvl8pPr>
            <a:lvl9pPr>
              <a:defRPr sz="4425" b="1">
                <a:solidFill>
                  <a:srgbClr val="10283D"/>
                </a:solidFill>
                <a:latin typeface="DejaVu Sans"/>
                <a:ea typeface="DejaVu Sans"/>
                <a:cs typeface="DejaVu Sans"/>
              </a:defRPr>
            </a:lvl9pPr>
          </a:lstStyle>
          <a:p xmlns:a="http://schemas.openxmlformats.org/drawingml/2006/main">
            <a:pPr>
              <a:defRPr sz="4425" b="1">
                <a:solidFill>
                  <a:srgbClr val="10283D"/>
                </a:solidFill>
                <a:latin typeface="DejaVu Sans"/>
                <a:ea typeface="DejaVu Sans"/>
                <a:cs typeface="DejaVu Sans"/>
              </a:defRPr>
            </a:pPr>
            <a:r>
              <a:rPr sz="4425" b="1">
                <a:solidFill>
                  <a:srgbClr val="10283D"/>
                </a:solidFill>
                <a:latin typeface="DejaVu Sans"/>
                <a:ea typeface="DejaVu Sans"/>
                <a:cs typeface="DejaVu Sans"/>
              </a:rPr>
              <a:t>14 / 66</a:t>
            </a:r>
          </a:p>
        </p:txBody>
      </p:sp>
      <p:sp>
        <p:nvSpPr>
          <p:cNvPr id="6" name="">
            <a:extLst xmlns:a="http://schemas.openxmlformats.org/drawingml/2006/main">
              <a:ext uri="{FF2B5EF4-FFF2-40B4-BE49-F238E27FC236}">
                <a16:creationId xmlns:a16="http://schemas.microsoft.com/office/drawing/2014/main" id="{023A2495-E5BB-438C-9320-413F47725297}"/>
              </a:ext>
            </a:extLst>
          </p:cNvPr>
          <p:cNvSpPr>
            <a:spLocks xmlns:a="http://schemas.openxmlformats.org/drawingml/2006/main" noGrp="1"/>
          </p:cNvSpPr>
          <p:nvPr/>
        </p:nvSpPr>
        <p:spPr>
          <a:xfrm xmlns:a="http://schemas.openxmlformats.org/drawingml/2006/main">
            <a:off x="7620000" y="2524125"/>
            <a:ext cx="3619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59717F"/>
                </a:solidFill>
                <a:latin typeface="DejaVu Sans"/>
                <a:ea typeface="DejaVu Sans"/>
                <a:cs typeface="DejaVu Sans"/>
              </a:defRPr>
            </a:defPPr>
            <a:lvl1pPr>
              <a:defRPr sz="1875" b="0">
                <a:solidFill>
                  <a:srgbClr val="59717F"/>
                </a:solidFill>
                <a:latin typeface="DejaVu Sans"/>
                <a:ea typeface="DejaVu Sans"/>
                <a:cs typeface="DejaVu Sans"/>
              </a:defRPr>
            </a:lvl1pPr>
            <a:lvl2pPr>
              <a:defRPr sz="1875" b="0">
                <a:solidFill>
                  <a:srgbClr val="59717F"/>
                </a:solidFill>
                <a:latin typeface="DejaVu Sans"/>
                <a:ea typeface="DejaVu Sans"/>
                <a:cs typeface="DejaVu Sans"/>
              </a:defRPr>
            </a:lvl2pPr>
            <a:lvl3pPr>
              <a:defRPr sz="1875" b="0">
                <a:solidFill>
                  <a:srgbClr val="59717F"/>
                </a:solidFill>
                <a:latin typeface="DejaVu Sans"/>
                <a:ea typeface="DejaVu Sans"/>
                <a:cs typeface="DejaVu Sans"/>
              </a:defRPr>
            </a:lvl3pPr>
            <a:lvl4pPr>
              <a:defRPr sz="1875" b="0">
                <a:solidFill>
                  <a:srgbClr val="59717F"/>
                </a:solidFill>
                <a:latin typeface="DejaVu Sans"/>
                <a:ea typeface="DejaVu Sans"/>
                <a:cs typeface="DejaVu Sans"/>
              </a:defRPr>
            </a:lvl4pPr>
            <a:lvl5pPr>
              <a:defRPr sz="1875" b="0">
                <a:solidFill>
                  <a:srgbClr val="59717F"/>
                </a:solidFill>
                <a:latin typeface="DejaVu Sans"/>
                <a:ea typeface="DejaVu Sans"/>
                <a:cs typeface="DejaVu Sans"/>
              </a:defRPr>
            </a:lvl5pPr>
            <a:lvl6pPr>
              <a:defRPr sz="1875" b="0">
                <a:solidFill>
                  <a:srgbClr val="59717F"/>
                </a:solidFill>
                <a:latin typeface="DejaVu Sans"/>
                <a:ea typeface="DejaVu Sans"/>
                <a:cs typeface="DejaVu Sans"/>
              </a:defRPr>
            </a:lvl6pPr>
            <a:lvl7pPr>
              <a:defRPr sz="1875" b="0">
                <a:solidFill>
                  <a:srgbClr val="59717F"/>
                </a:solidFill>
                <a:latin typeface="DejaVu Sans"/>
                <a:ea typeface="DejaVu Sans"/>
                <a:cs typeface="DejaVu Sans"/>
              </a:defRPr>
            </a:lvl7pPr>
            <a:lvl8pPr>
              <a:defRPr sz="1875" b="0">
                <a:solidFill>
                  <a:srgbClr val="59717F"/>
                </a:solidFill>
                <a:latin typeface="DejaVu Sans"/>
                <a:ea typeface="DejaVu Sans"/>
                <a:cs typeface="DejaVu Sans"/>
              </a:defRPr>
            </a:lvl8pPr>
            <a:lvl9pPr>
              <a:defRPr sz="1875" b="0">
                <a:solidFill>
                  <a:srgbClr val="59717F"/>
                </a:solidFill>
                <a:latin typeface="DejaVu Sans"/>
                <a:ea typeface="DejaVu Sans"/>
                <a:cs typeface="DejaVu Sans"/>
              </a:defRPr>
            </a:lvl9pPr>
          </a:lstStyle>
          <a:p xmlns:a="http://schemas.openxmlformats.org/drawingml/2006/main">
            <a:pPr>
              <a:defRPr sz="1875" b="0">
                <a:solidFill>
                  <a:srgbClr val="59717F"/>
                </a:solidFill>
                <a:latin typeface="DejaVu Sans"/>
                <a:ea typeface="DejaVu Sans"/>
                <a:cs typeface="DejaVu Sans"/>
              </a:defRPr>
            </a:pPr>
            <a:r>
              <a:rPr sz="1875" b="0">
                <a:solidFill>
                  <a:srgbClr val="59717F"/>
                </a:solidFill>
                <a:latin typeface="DejaVu Sans"/>
                <a:ea typeface="DejaVu Sans"/>
                <a:cs typeface="DejaVu Sans"/>
              </a:rPr>
              <a:t>observable onsets detected</a:t>
            </a:r>
          </a:p>
        </p:txBody>
      </p:sp>
      <p:sp>
        <p:nvSpPr>
          <p:cNvPr id="7" name="">
            <a:extLst xmlns:a="http://schemas.openxmlformats.org/drawingml/2006/main">
              <a:ext uri="{FF2B5EF4-FFF2-40B4-BE49-F238E27FC236}">
                <a16:creationId xmlns:a16="http://schemas.microsoft.com/office/drawing/2014/main" id="{3B48D7FD-7660-4A65-AAD0-10E8112A0B22}"/>
              </a:ext>
            </a:extLst>
          </p:cNvPr>
          <p:cNvSpPr>
            <a:spLocks xmlns:a="http://schemas.openxmlformats.org/drawingml/2006/main" noGrp="1"/>
          </p:cNvSpPr>
          <p:nvPr/>
        </p:nvSpPr>
        <p:spPr>
          <a:xfrm xmlns:a="http://schemas.openxmlformats.org/drawingml/2006/main">
            <a:off x="7620000" y="3524250"/>
            <a:ext cx="3714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425" b="1">
                <a:solidFill>
                  <a:srgbClr val="087F8C"/>
                </a:solidFill>
                <a:latin typeface="DejaVu Sans"/>
                <a:ea typeface="DejaVu Sans"/>
                <a:cs typeface="DejaVu Sans"/>
              </a:defRPr>
            </a:defPPr>
            <a:lvl1pPr>
              <a:defRPr sz="4425" b="1">
                <a:solidFill>
                  <a:srgbClr val="087F8C"/>
                </a:solidFill>
                <a:latin typeface="DejaVu Sans"/>
                <a:ea typeface="DejaVu Sans"/>
                <a:cs typeface="DejaVu Sans"/>
              </a:defRPr>
            </a:lvl1pPr>
            <a:lvl2pPr>
              <a:defRPr sz="4425" b="1">
                <a:solidFill>
                  <a:srgbClr val="087F8C"/>
                </a:solidFill>
                <a:latin typeface="DejaVu Sans"/>
                <a:ea typeface="DejaVu Sans"/>
                <a:cs typeface="DejaVu Sans"/>
              </a:defRPr>
            </a:lvl2pPr>
            <a:lvl3pPr>
              <a:defRPr sz="4425" b="1">
                <a:solidFill>
                  <a:srgbClr val="087F8C"/>
                </a:solidFill>
                <a:latin typeface="DejaVu Sans"/>
                <a:ea typeface="DejaVu Sans"/>
                <a:cs typeface="DejaVu Sans"/>
              </a:defRPr>
            </a:lvl3pPr>
            <a:lvl4pPr>
              <a:defRPr sz="4425" b="1">
                <a:solidFill>
                  <a:srgbClr val="087F8C"/>
                </a:solidFill>
                <a:latin typeface="DejaVu Sans"/>
                <a:ea typeface="DejaVu Sans"/>
                <a:cs typeface="DejaVu Sans"/>
              </a:defRPr>
            </a:lvl4pPr>
            <a:lvl5pPr>
              <a:defRPr sz="4425" b="1">
                <a:solidFill>
                  <a:srgbClr val="087F8C"/>
                </a:solidFill>
                <a:latin typeface="DejaVu Sans"/>
                <a:ea typeface="DejaVu Sans"/>
                <a:cs typeface="DejaVu Sans"/>
              </a:defRPr>
            </a:lvl5pPr>
            <a:lvl6pPr>
              <a:defRPr sz="4425" b="1">
                <a:solidFill>
                  <a:srgbClr val="087F8C"/>
                </a:solidFill>
                <a:latin typeface="DejaVu Sans"/>
                <a:ea typeface="DejaVu Sans"/>
                <a:cs typeface="DejaVu Sans"/>
              </a:defRPr>
            </a:lvl6pPr>
            <a:lvl7pPr>
              <a:defRPr sz="4425" b="1">
                <a:solidFill>
                  <a:srgbClr val="087F8C"/>
                </a:solidFill>
                <a:latin typeface="DejaVu Sans"/>
                <a:ea typeface="DejaVu Sans"/>
                <a:cs typeface="DejaVu Sans"/>
              </a:defRPr>
            </a:lvl7pPr>
            <a:lvl8pPr>
              <a:defRPr sz="4425" b="1">
                <a:solidFill>
                  <a:srgbClr val="087F8C"/>
                </a:solidFill>
                <a:latin typeface="DejaVu Sans"/>
                <a:ea typeface="DejaVu Sans"/>
                <a:cs typeface="DejaVu Sans"/>
              </a:defRPr>
            </a:lvl8pPr>
            <a:lvl9pPr>
              <a:defRPr sz="4425" b="1">
                <a:solidFill>
                  <a:srgbClr val="087F8C"/>
                </a:solidFill>
                <a:latin typeface="DejaVu Sans"/>
                <a:ea typeface="DejaVu Sans"/>
                <a:cs typeface="DejaVu Sans"/>
              </a:defRPr>
            </a:lvl9pPr>
          </a:lstStyle>
          <a:p xmlns:a="http://schemas.openxmlformats.org/drawingml/2006/main">
            <a:pPr>
              <a:defRPr sz="4425" b="1">
                <a:solidFill>
                  <a:srgbClr val="087F8C"/>
                </a:solidFill>
                <a:latin typeface="DejaVu Sans"/>
                <a:ea typeface="DejaVu Sans"/>
                <a:cs typeface="DejaVu Sans"/>
              </a:defRPr>
            </a:pPr>
            <a:r>
              <a:rPr sz="4425" b="1">
                <a:solidFill>
                  <a:srgbClr val="087F8C"/>
                </a:solidFill>
                <a:latin typeface="DejaVu Sans"/>
                <a:ea typeface="DejaVu Sans"/>
                <a:cs typeface="DejaVu Sans"/>
              </a:rPr>
              <a:t>15 min</a:t>
            </a:r>
          </a:p>
        </p:txBody>
      </p:sp>
      <p:sp>
        <p:nvSpPr>
          <p:cNvPr id="8" name="">
            <a:extLst xmlns:a="http://schemas.openxmlformats.org/drawingml/2006/main">
              <a:ext uri="{FF2B5EF4-FFF2-40B4-BE49-F238E27FC236}">
                <a16:creationId xmlns:a16="http://schemas.microsoft.com/office/drawing/2014/main" id="{B83803EB-A987-4217-BC88-DBD4BDACA118}"/>
              </a:ext>
            </a:extLst>
          </p:cNvPr>
          <p:cNvSpPr>
            <a:spLocks xmlns:a="http://schemas.openxmlformats.org/drawingml/2006/main" noGrp="1"/>
          </p:cNvSpPr>
          <p:nvPr/>
        </p:nvSpPr>
        <p:spPr>
          <a:xfrm xmlns:a="http://schemas.openxmlformats.org/drawingml/2006/main">
            <a:off x="7620000" y="4333875"/>
            <a:ext cx="3619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59717F"/>
                </a:solidFill>
                <a:latin typeface="DejaVu Sans"/>
                <a:ea typeface="DejaVu Sans"/>
                <a:cs typeface="DejaVu Sans"/>
              </a:defRPr>
            </a:defPPr>
            <a:lvl1pPr>
              <a:defRPr sz="1875" b="0">
                <a:solidFill>
                  <a:srgbClr val="59717F"/>
                </a:solidFill>
                <a:latin typeface="DejaVu Sans"/>
                <a:ea typeface="DejaVu Sans"/>
                <a:cs typeface="DejaVu Sans"/>
              </a:defRPr>
            </a:lvl1pPr>
            <a:lvl2pPr>
              <a:defRPr sz="1875" b="0">
                <a:solidFill>
                  <a:srgbClr val="59717F"/>
                </a:solidFill>
                <a:latin typeface="DejaVu Sans"/>
                <a:ea typeface="DejaVu Sans"/>
                <a:cs typeface="DejaVu Sans"/>
              </a:defRPr>
            </a:lvl2pPr>
            <a:lvl3pPr>
              <a:defRPr sz="1875" b="0">
                <a:solidFill>
                  <a:srgbClr val="59717F"/>
                </a:solidFill>
                <a:latin typeface="DejaVu Sans"/>
                <a:ea typeface="DejaVu Sans"/>
                <a:cs typeface="DejaVu Sans"/>
              </a:defRPr>
            </a:lvl3pPr>
            <a:lvl4pPr>
              <a:defRPr sz="1875" b="0">
                <a:solidFill>
                  <a:srgbClr val="59717F"/>
                </a:solidFill>
                <a:latin typeface="DejaVu Sans"/>
                <a:ea typeface="DejaVu Sans"/>
                <a:cs typeface="DejaVu Sans"/>
              </a:defRPr>
            </a:lvl4pPr>
            <a:lvl5pPr>
              <a:defRPr sz="1875" b="0">
                <a:solidFill>
                  <a:srgbClr val="59717F"/>
                </a:solidFill>
                <a:latin typeface="DejaVu Sans"/>
                <a:ea typeface="DejaVu Sans"/>
                <a:cs typeface="DejaVu Sans"/>
              </a:defRPr>
            </a:lvl5pPr>
            <a:lvl6pPr>
              <a:defRPr sz="1875" b="0">
                <a:solidFill>
                  <a:srgbClr val="59717F"/>
                </a:solidFill>
                <a:latin typeface="DejaVu Sans"/>
                <a:ea typeface="DejaVu Sans"/>
                <a:cs typeface="DejaVu Sans"/>
              </a:defRPr>
            </a:lvl6pPr>
            <a:lvl7pPr>
              <a:defRPr sz="1875" b="0">
                <a:solidFill>
                  <a:srgbClr val="59717F"/>
                </a:solidFill>
                <a:latin typeface="DejaVu Sans"/>
                <a:ea typeface="DejaVu Sans"/>
                <a:cs typeface="DejaVu Sans"/>
              </a:defRPr>
            </a:lvl7pPr>
            <a:lvl8pPr>
              <a:defRPr sz="1875" b="0">
                <a:solidFill>
                  <a:srgbClr val="59717F"/>
                </a:solidFill>
                <a:latin typeface="DejaVu Sans"/>
                <a:ea typeface="DejaVu Sans"/>
                <a:cs typeface="DejaVu Sans"/>
              </a:defRPr>
            </a:lvl8pPr>
            <a:lvl9pPr>
              <a:defRPr sz="1875" b="0">
                <a:solidFill>
                  <a:srgbClr val="59717F"/>
                </a:solidFill>
                <a:latin typeface="DejaVu Sans"/>
                <a:ea typeface="DejaVu Sans"/>
                <a:cs typeface="DejaVu Sans"/>
              </a:defRPr>
            </a:lvl9pPr>
          </a:lstStyle>
          <a:p xmlns:a="http://schemas.openxmlformats.org/drawingml/2006/main">
            <a:pPr>
              <a:defRPr sz="1875" b="0">
                <a:solidFill>
                  <a:srgbClr val="59717F"/>
                </a:solidFill>
                <a:latin typeface="DejaVu Sans"/>
                <a:ea typeface="DejaVu Sans"/>
                <a:cs typeface="DejaVu Sans"/>
              </a:defRPr>
            </a:pPr>
            <a:r>
              <a:rPr sz="1875" b="0">
                <a:solidFill>
                  <a:srgbClr val="59717F"/>
                </a:solidFill>
                <a:latin typeface="DejaVu Sans"/>
                <a:ea typeface="DejaVu Sans"/>
                <a:cs typeface="DejaVu Sans"/>
              </a:rPr>
              <a:t>median matched warning</a:t>
            </a:r>
          </a:p>
        </p:txBody>
      </p:sp>
      <p:sp>
        <p:nvSpPr>
          <p:cNvPr id="9" name="">
            <a:extLst xmlns:a="http://schemas.openxmlformats.org/drawingml/2006/main">
              <a:ext uri="{FF2B5EF4-FFF2-40B4-BE49-F238E27FC236}">
                <a16:creationId xmlns:a16="http://schemas.microsoft.com/office/drawing/2014/main" id="{A071F2B7-0862-476F-9F45-70F55743F446}"/>
              </a:ext>
            </a:extLst>
          </p:cNvPr>
          <p:cNvSpPr>
            <a:spLocks xmlns:a="http://schemas.openxmlformats.org/drawingml/2006/main" noGrp="1"/>
          </p:cNvSpPr>
          <p:nvPr/>
        </p:nvSpPr>
        <p:spPr>
          <a:xfrm xmlns:a="http://schemas.openxmlformats.org/drawingml/2006/main">
            <a:off x="571500" y="5695950"/>
            <a:ext cx="11049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B36B15"/>
                </a:solidFill>
                <a:latin typeface="DejaVu Sans"/>
                <a:ea typeface="DejaVu Sans"/>
                <a:cs typeface="DejaVu Sans"/>
              </a:defRPr>
            </a:defPPr>
            <a:lvl1pPr>
              <a:defRPr sz="1875" b="1">
                <a:solidFill>
                  <a:srgbClr val="B36B15"/>
                </a:solidFill>
                <a:latin typeface="DejaVu Sans"/>
                <a:ea typeface="DejaVu Sans"/>
                <a:cs typeface="DejaVu Sans"/>
              </a:defRPr>
            </a:lvl1pPr>
            <a:lvl2pPr>
              <a:defRPr sz="1875" b="1">
                <a:solidFill>
                  <a:srgbClr val="B36B15"/>
                </a:solidFill>
                <a:latin typeface="DejaVu Sans"/>
                <a:ea typeface="DejaVu Sans"/>
                <a:cs typeface="DejaVu Sans"/>
              </a:defRPr>
            </a:lvl2pPr>
            <a:lvl3pPr>
              <a:defRPr sz="1875" b="1">
                <a:solidFill>
                  <a:srgbClr val="B36B15"/>
                </a:solidFill>
                <a:latin typeface="DejaVu Sans"/>
                <a:ea typeface="DejaVu Sans"/>
                <a:cs typeface="DejaVu Sans"/>
              </a:defRPr>
            </a:lvl3pPr>
            <a:lvl4pPr>
              <a:defRPr sz="1875" b="1">
                <a:solidFill>
                  <a:srgbClr val="B36B15"/>
                </a:solidFill>
                <a:latin typeface="DejaVu Sans"/>
                <a:ea typeface="DejaVu Sans"/>
                <a:cs typeface="DejaVu Sans"/>
              </a:defRPr>
            </a:lvl4pPr>
            <a:lvl5pPr>
              <a:defRPr sz="1875" b="1">
                <a:solidFill>
                  <a:srgbClr val="B36B15"/>
                </a:solidFill>
                <a:latin typeface="DejaVu Sans"/>
                <a:ea typeface="DejaVu Sans"/>
                <a:cs typeface="DejaVu Sans"/>
              </a:defRPr>
            </a:lvl5pPr>
            <a:lvl6pPr>
              <a:defRPr sz="1875" b="1">
                <a:solidFill>
                  <a:srgbClr val="B36B15"/>
                </a:solidFill>
                <a:latin typeface="DejaVu Sans"/>
                <a:ea typeface="DejaVu Sans"/>
                <a:cs typeface="DejaVu Sans"/>
              </a:defRPr>
            </a:lvl6pPr>
            <a:lvl7pPr>
              <a:defRPr sz="1875" b="1">
                <a:solidFill>
                  <a:srgbClr val="B36B15"/>
                </a:solidFill>
                <a:latin typeface="DejaVu Sans"/>
                <a:ea typeface="DejaVu Sans"/>
                <a:cs typeface="DejaVu Sans"/>
              </a:defRPr>
            </a:lvl7pPr>
            <a:lvl8pPr>
              <a:defRPr sz="1875" b="1">
                <a:solidFill>
                  <a:srgbClr val="B36B15"/>
                </a:solidFill>
                <a:latin typeface="DejaVu Sans"/>
                <a:ea typeface="DejaVu Sans"/>
                <a:cs typeface="DejaVu Sans"/>
              </a:defRPr>
            </a:lvl8pPr>
            <a:lvl9pPr>
              <a:defRPr sz="1875" b="1">
                <a:solidFill>
                  <a:srgbClr val="B36B15"/>
                </a:solidFill>
                <a:latin typeface="DejaVu Sans"/>
                <a:ea typeface="DejaVu Sans"/>
                <a:cs typeface="DejaVu Sans"/>
              </a:defRPr>
            </a:lvl9pPr>
          </a:lstStyle>
          <a:p xmlns:a="http://schemas.openxmlformats.org/drawingml/2006/main">
            <a:pPr>
              <a:defRPr sz="1875" b="1">
                <a:solidFill>
                  <a:srgbClr val="B36B15"/>
                </a:solidFill>
                <a:latin typeface="DejaVu Sans"/>
                <a:ea typeface="DejaVu Sans"/>
                <a:cs typeface="DejaVu Sans"/>
              </a:defRPr>
            </a:pPr>
            <a:r>
              <a:rPr sz="1875" b="1">
                <a:solidFill>
                  <a:srgbClr val="B36B15"/>
                </a:solidFill>
                <a:latin typeface="DejaVu Sans"/>
                <a:ea typeface="DejaVu Sans"/>
                <a:cs typeface="DejaVu Sans"/>
              </a:rPr>
              <a:t>21.9% precision · 21.2% recall · 1.87 false alerts / eligible patient-day</a:t>
            </a:r>
          </a:p>
        </p:txBody>
      </p:sp>
      <p:sp>
        <p:nvSpPr>
          <p:cNvPr id="10" name="">
            <a:extLst xmlns:a="http://schemas.openxmlformats.org/drawingml/2006/main">
              <a:ext uri="{FF2B5EF4-FFF2-40B4-BE49-F238E27FC236}">
                <a16:creationId xmlns:a16="http://schemas.microsoft.com/office/drawing/2014/main" id="{DA6053AE-C91E-4BFE-B9FC-8176F859E685}"/>
              </a:ext>
            </a:extLst>
          </p:cNvPr>
          <p:cNvSpPr>
            <a:spLocks xmlns:a="http://schemas.openxmlformats.org/drawingml/2006/main" noGrp="1"/>
          </p:cNvSpPr>
          <p:nvPr/>
        </p:nvSpPr>
        <p:spPr>
          <a:xfrm xmlns:a="http://schemas.openxmlformats.org/drawingml/2006/main">
            <a:off x="571500" y="6076950"/>
            <a:ext cx="1104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0">
                <a:solidFill>
                  <a:srgbClr val="59717F"/>
                </a:solidFill>
                <a:latin typeface="DejaVu Sans"/>
                <a:ea typeface="DejaVu Sans"/>
                <a:cs typeface="DejaVu Sans"/>
              </a:defRPr>
            </a:defPPr>
            <a:lvl1pPr>
              <a:defRPr sz="1500" b="0">
                <a:solidFill>
                  <a:srgbClr val="59717F"/>
                </a:solidFill>
                <a:latin typeface="DejaVu Sans"/>
                <a:ea typeface="DejaVu Sans"/>
                <a:cs typeface="DejaVu Sans"/>
              </a:defRPr>
            </a:lvl1pPr>
            <a:lvl2pPr>
              <a:defRPr sz="1500" b="0">
                <a:solidFill>
                  <a:srgbClr val="59717F"/>
                </a:solidFill>
                <a:latin typeface="DejaVu Sans"/>
                <a:ea typeface="DejaVu Sans"/>
                <a:cs typeface="DejaVu Sans"/>
              </a:defRPr>
            </a:lvl2pPr>
            <a:lvl3pPr>
              <a:defRPr sz="1500" b="0">
                <a:solidFill>
                  <a:srgbClr val="59717F"/>
                </a:solidFill>
                <a:latin typeface="DejaVu Sans"/>
                <a:ea typeface="DejaVu Sans"/>
                <a:cs typeface="DejaVu Sans"/>
              </a:defRPr>
            </a:lvl3pPr>
            <a:lvl4pPr>
              <a:defRPr sz="1500" b="0">
                <a:solidFill>
                  <a:srgbClr val="59717F"/>
                </a:solidFill>
                <a:latin typeface="DejaVu Sans"/>
                <a:ea typeface="DejaVu Sans"/>
                <a:cs typeface="DejaVu Sans"/>
              </a:defRPr>
            </a:lvl4pPr>
            <a:lvl5pPr>
              <a:defRPr sz="1500" b="0">
                <a:solidFill>
                  <a:srgbClr val="59717F"/>
                </a:solidFill>
                <a:latin typeface="DejaVu Sans"/>
                <a:ea typeface="DejaVu Sans"/>
                <a:cs typeface="DejaVu Sans"/>
              </a:defRPr>
            </a:lvl5pPr>
            <a:lvl6pPr>
              <a:defRPr sz="1500" b="0">
                <a:solidFill>
                  <a:srgbClr val="59717F"/>
                </a:solidFill>
                <a:latin typeface="DejaVu Sans"/>
                <a:ea typeface="DejaVu Sans"/>
                <a:cs typeface="DejaVu Sans"/>
              </a:defRPr>
            </a:lvl6pPr>
            <a:lvl7pPr>
              <a:defRPr sz="1500" b="0">
                <a:solidFill>
                  <a:srgbClr val="59717F"/>
                </a:solidFill>
                <a:latin typeface="DejaVu Sans"/>
                <a:ea typeface="DejaVu Sans"/>
                <a:cs typeface="DejaVu Sans"/>
              </a:defRPr>
            </a:lvl7pPr>
            <a:lvl8pPr>
              <a:defRPr sz="1500" b="0">
                <a:solidFill>
                  <a:srgbClr val="59717F"/>
                </a:solidFill>
                <a:latin typeface="DejaVu Sans"/>
                <a:ea typeface="DejaVu Sans"/>
                <a:cs typeface="DejaVu Sans"/>
              </a:defRPr>
            </a:lvl8pPr>
            <a:lvl9pPr>
              <a:defRPr sz="1500" b="0">
                <a:solidFill>
                  <a:srgbClr val="59717F"/>
                </a:solidFill>
                <a:latin typeface="DejaVu Sans"/>
                <a:ea typeface="DejaVu Sans"/>
                <a:cs typeface="DejaVu Sans"/>
              </a:defRPr>
            </a:lvl9pPr>
          </a:lstStyle>
          <a:p xmlns:a="http://schemas.openxmlformats.org/drawingml/2006/main">
            <a:pPr>
              <a:defRPr sz="1500" b="0">
                <a:solidFill>
                  <a:srgbClr val="59717F"/>
                </a:solidFill>
                <a:latin typeface="DejaVu Sans"/>
                <a:ea typeface="DejaVu Sans"/>
                <a:cs typeface="DejaVu Sans"/>
              </a:defRPr>
            </a:pPr>
            <a:r>
              <a:rPr sz="1500" b="0">
                <a:solidFill>
                  <a:srgbClr val="59717F"/>
                </a:solidFill>
                <a:latin typeface="DejaVu Sans"/>
                <a:ea typeface="DejaVu Sans"/>
                <a:cs typeface="DejaVu Sans"/>
              </a:rPr>
              <a:t>Exploratory review flag. These results do not support clinical reliance.</a:t>
            </a:r>
          </a:p>
        </p:txBody>
      </p:sp>
    </p:spTree>
    <p:extLst>
      <p:ext uri="{BB962C8B-B14F-4D97-AF65-F5344CB8AC3E}">
        <p14:creationId xmlns:p14="http://schemas.microsoft.com/office/powerpoint/2010/main" val="1997731033"/>
      </p:ext>
    </p:extLst>
  </p:cSld>
</p:sld>
</file>

<file path=ppt/slides/slide10.xml><?xml version="1.0" encoding="utf-8"?>
<p:sld xmlns:p="http://schemas.openxmlformats.org/presentationml/2006/main">
  <p:cSld>
    <p:bg>
      <p:bgPr>
        <a:solidFill xmlns:a="http://schemas.openxmlformats.org/drawingml/2006/main">
          <a:srgbClr val="F5F8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DA7B528-6911-46D4-8021-378DB82DE619}"/>
              </a:ext>
            </a:extLst>
          </p:cNvPr>
          <p:cNvSpPr>
            <a:spLocks xmlns:a="http://schemas.openxmlformats.org/drawingml/2006/main" noGrp="1"/>
          </p:cNvSpPr>
          <p:nvPr/>
        </p:nvSpPr>
        <p:spPr>
          <a:xfrm xmlns:a="http://schemas.openxmlformats.org/drawingml/2006/main">
            <a:off x="571500" y="400050"/>
            <a:ext cx="11049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150" b="1">
                <a:solidFill>
                  <a:srgbClr val="10283D"/>
                </a:solidFill>
                <a:latin typeface="DejaVu Sans"/>
                <a:ea typeface="DejaVu Sans"/>
                <a:cs typeface="DejaVu Sans"/>
              </a:defRPr>
            </a:defPPr>
            <a:lvl1pPr>
              <a:defRPr sz="3150" b="1">
                <a:solidFill>
                  <a:srgbClr val="10283D"/>
                </a:solidFill>
                <a:latin typeface="DejaVu Sans"/>
                <a:ea typeface="DejaVu Sans"/>
                <a:cs typeface="DejaVu Sans"/>
              </a:defRPr>
            </a:lvl1pPr>
            <a:lvl2pPr>
              <a:defRPr sz="3150" b="1">
                <a:solidFill>
                  <a:srgbClr val="10283D"/>
                </a:solidFill>
                <a:latin typeface="DejaVu Sans"/>
                <a:ea typeface="DejaVu Sans"/>
                <a:cs typeface="DejaVu Sans"/>
              </a:defRPr>
            </a:lvl2pPr>
            <a:lvl3pPr>
              <a:defRPr sz="3150" b="1">
                <a:solidFill>
                  <a:srgbClr val="10283D"/>
                </a:solidFill>
                <a:latin typeface="DejaVu Sans"/>
                <a:ea typeface="DejaVu Sans"/>
                <a:cs typeface="DejaVu Sans"/>
              </a:defRPr>
            </a:lvl3pPr>
            <a:lvl4pPr>
              <a:defRPr sz="3150" b="1">
                <a:solidFill>
                  <a:srgbClr val="10283D"/>
                </a:solidFill>
                <a:latin typeface="DejaVu Sans"/>
                <a:ea typeface="DejaVu Sans"/>
                <a:cs typeface="DejaVu Sans"/>
              </a:defRPr>
            </a:lvl4pPr>
            <a:lvl5pPr>
              <a:defRPr sz="3150" b="1">
                <a:solidFill>
                  <a:srgbClr val="10283D"/>
                </a:solidFill>
                <a:latin typeface="DejaVu Sans"/>
                <a:ea typeface="DejaVu Sans"/>
                <a:cs typeface="DejaVu Sans"/>
              </a:defRPr>
            </a:lvl5pPr>
            <a:lvl6pPr>
              <a:defRPr sz="3150" b="1">
                <a:solidFill>
                  <a:srgbClr val="10283D"/>
                </a:solidFill>
                <a:latin typeface="DejaVu Sans"/>
                <a:ea typeface="DejaVu Sans"/>
                <a:cs typeface="DejaVu Sans"/>
              </a:defRPr>
            </a:lvl6pPr>
            <a:lvl7pPr>
              <a:defRPr sz="3150" b="1">
                <a:solidFill>
                  <a:srgbClr val="10283D"/>
                </a:solidFill>
                <a:latin typeface="DejaVu Sans"/>
                <a:ea typeface="DejaVu Sans"/>
                <a:cs typeface="DejaVu Sans"/>
              </a:defRPr>
            </a:lvl7pPr>
            <a:lvl8pPr>
              <a:defRPr sz="3150" b="1">
                <a:solidFill>
                  <a:srgbClr val="10283D"/>
                </a:solidFill>
                <a:latin typeface="DejaVu Sans"/>
                <a:ea typeface="DejaVu Sans"/>
                <a:cs typeface="DejaVu Sans"/>
              </a:defRPr>
            </a:lvl8pPr>
            <a:lvl9pPr>
              <a:defRPr sz="3150" b="1">
                <a:solidFill>
                  <a:srgbClr val="10283D"/>
                </a:solidFill>
                <a:latin typeface="DejaVu Sans"/>
                <a:ea typeface="DejaVu Sans"/>
                <a:cs typeface="DejaVu Sans"/>
              </a:defRPr>
            </a:lvl9pPr>
          </a:lstStyle>
          <a:p xmlns:a="http://schemas.openxmlformats.org/drawingml/2006/main">
            <a:pPr>
              <a:defRPr sz="3150" b="1">
                <a:solidFill>
                  <a:srgbClr val="10283D"/>
                </a:solidFill>
                <a:latin typeface="DejaVu Sans"/>
                <a:ea typeface="DejaVu Sans"/>
                <a:cs typeface="DejaVu Sans"/>
              </a:defRPr>
            </a:pPr>
            <a:r>
              <a:rPr sz="3150" b="1">
                <a:solidFill>
                  <a:srgbClr val="10283D"/>
                </a:solidFill>
                <a:latin typeface="DejaVu Sans"/>
                <a:ea typeface="DejaVu Sans"/>
                <a:cs typeface="DejaVu Sans"/>
              </a:rPr>
              <a:t>Failure handling is part of the prototype</a:t>
            </a:r>
          </a:p>
        </p:txBody>
      </p:sp>
      <p:sp>
        <p:nvSpPr>
          <p:cNvPr id="2" name="">
            <a:extLst xmlns:a="http://schemas.openxmlformats.org/drawingml/2006/main">
              <a:ext uri="{FF2B5EF4-FFF2-40B4-BE49-F238E27FC236}">
                <a16:creationId xmlns:a16="http://schemas.microsoft.com/office/drawing/2014/main" id="{49F7D2A1-6C66-45A3-9594-E79643733A90}"/>
              </a:ext>
            </a:extLst>
          </p:cNvPr>
          <p:cNvSpPr>
            <a:spLocks xmlns:a="http://schemas.openxmlformats.org/drawingml/2006/main" noGrp="1"/>
          </p:cNvSpPr>
          <p:nvPr/>
        </p:nvSpPr>
        <p:spPr>
          <a:xfrm xmlns:a="http://schemas.openxmlformats.org/drawingml/2006/main">
            <a:off x="571500" y="6448425"/>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9717F"/>
                </a:solidFill>
                <a:latin typeface="DejaVu Sans"/>
                <a:ea typeface="DejaVu Sans"/>
                <a:cs typeface="DejaVu Sans"/>
              </a:defRPr>
            </a:defPPr>
            <a:lvl1pPr>
              <a:defRPr sz="1050" b="0">
                <a:solidFill>
                  <a:srgbClr val="59717F"/>
                </a:solidFill>
                <a:latin typeface="DejaVu Sans"/>
                <a:ea typeface="DejaVu Sans"/>
                <a:cs typeface="DejaVu Sans"/>
              </a:defRPr>
            </a:lvl1pPr>
            <a:lvl2pPr>
              <a:defRPr sz="1050" b="0">
                <a:solidFill>
                  <a:srgbClr val="59717F"/>
                </a:solidFill>
                <a:latin typeface="DejaVu Sans"/>
                <a:ea typeface="DejaVu Sans"/>
                <a:cs typeface="DejaVu Sans"/>
              </a:defRPr>
            </a:lvl2pPr>
            <a:lvl3pPr>
              <a:defRPr sz="1050" b="0">
                <a:solidFill>
                  <a:srgbClr val="59717F"/>
                </a:solidFill>
                <a:latin typeface="DejaVu Sans"/>
                <a:ea typeface="DejaVu Sans"/>
                <a:cs typeface="DejaVu Sans"/>
              </a:defRPr>
            </a:lvl3pPr>
            <a:lvl4pPr>
              <a:defRPr sz="1050" b="0">
                <a:solidFill>
                  <a:srgbClr val="59717F"/>
                </a:solidFill>
                <a:latin typeface="DejaVu Sans"/>
                <a:ea typeface="DejaVu Sans"/>
                <a:cs typeface="DejaVu Sans"/>
              </a:defRPr>
            </a:lvl4pPr>
            <a:lvl5pPr>
              <a:defRPr sz="1050" b="0">
                <a:solidFill>
                  <a:srgbClr val="59717F"/>
                </a:solidFill>
                <a:latin typeface="DejaVu Sans"/>
                <a:ea typeface="DejaVu Sans"/>
                <a:cs typeface="DejaVu Sans"/>
              </a:defRPr>
            </a:lvl5pPr>
            <a:lvl6pPr>
              <a:defRPr sz="1050" b="0">
                <a:solidFill>
                  <a:srgbClr val="59717F"/>
                </a:solidFill>
                <a:latin typeface="DejaVu Sans"/>
                <a:ea typeface="DejaVu Sans"/>
                <a:cs typeface="DejaVu Sans"/>
              </a:defRPr>
            </a:lvl6pPr>
            <a:lvl7pPr>
              <a:defRPr sz="1050" b="0">
                <a:solidFill>
                  <a:srgbClr val="59717F"/>
                </a:solidFill>
                <a:latin typeface="DejaVu Sans"/>
                <a:ea typeface="DejaVu Sans"/>
                <a:cs typeface="DejaVu Sans"/>
              </a:defRPr>
            </a:lvl7pPr>
            <a:lvl8pPr>
              <a:defRPr sz="1050" b="0">
                <a:solidFill>
                  <a:srgbClr val="59717F"/>
                </a:solidFill>
                <a:latin typeface="DejaVu Sans"/>
                <a:ea typeface="DejaVu Sans"/>
                <a:cs typeface="DejaVu Sans"/>
              </a:defRPr>
            </a:lvl8pPr>
            <a:lvl9pPr>
              <a:defRPr sz="1050" b="0">
                <a:solidFill>
                  <a:srgbClr val="59717F"/>
                </a:solidFill>
                <a:latin typeface="DejaVu Sans"/>
                <a:ea typeface="DejaVu Sans"/>
                <a:cs typeface="DejaVu Sans"/>
              </a:defRPr>
            </a:lvl9pPr>
          </a:lstStyle>
          <a:p xmlns:a="http://schemas.openxmlformats.org/drawingml/2006/main">
            <a:pPr>
              <a:defRPr sz="1050" b="0">
                <a:solidFill>
                  <a:srgbClr val="59717F"/>
                </a:solidFill>
                <a:latin typeface="DejaVu Sans"/>
                <a:ea typeface="DejaVu Sans"/>
                <a:cs typeface="DejaVu Sans"/>
              </a:defRPr>
            </a:pPr>
            <a:r>
              <a:rPr sz="1050" b="0">
                <a:solidFill>
                  <a:srgbClr val="59717F"/>
                </a:solidFill>
                <a:latin typeface="DejaVu Sans"/>
                <a:ea typeface="DejaVu Sans"/>
                <a:cs typeface="DejaVu Sans"/>
              </a:rPr>
              <a:t>TEAM PRODUCT  /  IIT KANPUR</a:t>
            </a:r>
          </a:p>
        </p:txBody>
      </p:sp>
      <p:sp>
        <p:nvSpPr>
          <p:cNvPr id="3" name="">
            <a:extLst xmlns:a="http://schemas.openxmlformats.org/drawingml/2006/main">
              <a:ext uri="{FF2B5EF4-FFF2-40B4-BE49-F238E27FC236}">
                <a16:creationId xmlns:a16="http://schemas.microsoft.com/office/drawing/2014/main" id="{6ABD79E4-B05C-42D9-A0CC-1BA036836943}"/>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9717F"/>
                </a:solidFill>
                <a:latin typeface="DejaVu Sans"/>
                <a:ea typeface="DejaVu Sans"/>
                <a:cs typeface="DejaVu Sans"/>
              </a:defRPr>
            </a:defPPr>
            <a:lvl1pPr>
              <a:defRPr sz="1050" b="0">
                <a:solidFill>
                  <a:srgbClr val="59717F"/>
                </a:solidFill>
                <a:latin typeface="DejaVu Sans"/>
                <a:ea typeface="DejaVu Sans"/>
                <a:cs typeface="DejaVu Sans"/>
              </a:defRPr>
            </a:lvl1pPr>
            <a:lvl2pPr>
              <a:defRPr sz="1050" b="0">
                <a:solidFill>
                  <a:srgbClr val="59717F"/>
                </a:solidFill>
                <a:latin typeface="DejaVu Sans"/>
                <a:ea typeface="DejaVu Sans"/>
                <a:cs typeface="DejaVu Sans"/>
              </a:defRPr>
            </a:lvl2pPr>
            <a:lvl3pPr>
              <a:defRPr sz="1050" b="0">
                <a:solidFill>
                  <a:srgbClr val="59717F"/>
                </a:solidFill>
                <a:latin typeface="DejaVu Sans"/>
                <a:ea typeface="DejaVu Sans"/>
                <a:cs typeface="DejaVu Sans"/>
              </a:defRPr>
            </a:lvl3pPr>
            <a:lvl4pPr>
              <a:defRPr sz="1050" b="0">
                <a:solidFill>
                  <a:srgbClr val="59717F"/>
                </a:solidFill>
                <a:latin typeface="DejaVu Sans"/>
                <a:ea typeface="DejaVu Sans"/>
                <a:cs typeface="DejaVu Sans"/>
              </a:defRPr>
            </a:lvl4pPr>
            <a:lvl5pPr>
              <a:defRPr sz="1050" b="0">
                <a:solidFill>
                  <a:srgbClr val="59717F"/>
                </a:solidFill>
                <a:latin typeface="DejaVu Sans"/>
                <a:ea typeface="DejaVu Sans"/>
                <a:cs typeface="DejaVu Sans"/>
              </a:defRPr>
            </a:lvl5pPr>
            <a:lvl6pPr>
              <a:defRPr sz="1050" b="0">
                <a:solidFill>
                  <a:srgbClr val="59717F"/>
                </a:solidFill>
                <a:latin typeface="DejaVu Sans"/>
                <a:ea typeface="DejaVu Sans"/>
                <a:cs typeface="DejaVu Sans"/>
              </a:defRPr>
            </a:lvl6pPr>
            <a:lvl7pPr>
              <a:defRPr sz="1050" b="0">
                <a:solidFill>
                  <a:srgbClr val="59717F"/>
                </a:solidFill>
                <a:latin typeface="DejaVu Sans"/>
                <a:ea typeface="DejaVu Sans"/>
                <a:cs typeface="DejaVu Sans"/>
              </a:defRPr>
            </a:lvl7pPr>
            <a:lvl8pPr>
              <a:defRPr sz="1050" b="0">
                <a:solidFill>
                  <a:srgbClr val="59717F"/>
                </a:solidFill>
                <a:latin typeface="DejaVu Sans"/>
                <a:ea typeface="DejaVu Sans"/>
                <a:cs typeface="DejaVu Sans"/>
              </a:defRPr>
            </a:lvl8pPr>
            <a:lvl9pPr>
              <a:defRPr sz="1050" b="0">
                <a:solidFill>
                  <a:srgbClr val="59717F"/>
                </a:solidFill>
                <a:latin typeface="DejaVu Sans"/>
                <a:ea typeface="DejaVu Sans"/>
                <a:cs typeface="DejaVu Sans"/>
              </a:defRPr>
            </a:lvl9pPr>
          </a:lstStyle>
          <a:p xmlns:a="http://schemas.openxmlformats.org/drawingml/2006/main">
            <a:pPr>
              <a:defRPr sz="1050" b="0">
                <a:solidFill>
                  <a:srgbClr val="59717F"/>
                </a:solidFill>
                <a:latin typeface="DejaVu Sans"/>
                <a:ea typeface="DejaVu Sans"/>
                <a:cs typeface="DejaVu Sans"/>
              </a:defRPr>
            </a:pPr>
            <a:r>
              <a:rPr sz="1050" b="0">
                <a:solidFill>
                  <a:srgbClr val="59717F"/>
                </a:solidFill>
                <a:latin typeface="DejaVu Sans"/>
                <a:ea typeface="DejaVu Sans"/>
                <a:cs typeface="DejaVu Sans"/>
              </a:rPr>
              <a:t>10</a:t>
            </a:r>
          </a:p>
        </p:txBody>
      </p:sp>
      <p:pic>
        <p:nvPicPr>
          <p:cNvPr id="4" name="">
            <a:extLst xmlns:a="http://schemas.openxmlformats.org/drawingml/2006/main">
              <a:ext uri="{FF2B5EF4-FFF2-40B4-BE49-F238E27FC236}">
                <a16:creationId xmlns:a16="http://schemas.microsoft.com/office/drawing/2014/main" id="{EDE9FF04-C719-4A4A-AAF2-BBA7D30C2690}"/>
              </a:ext>
            </a:extLst>
          </p:cNvPr>
          <p:cNvPicPr>
            <a:picLocks xmlns:a="http://schemas.openxmlformats.org/drawingml/2006/main" noChangeAspect="1"/>
          </p:cNvPicPr>
          <p:nvPr/>
        </p:nvPicPr>
        <p:blipFill>
          <a:blip xmlns:r="http://schemas.openxmlformats.org/officeDocument/2006/relationships" xmlns:a="http://schemas.openxmlformats.org/drawingml/2006/main" r:embed="R43bdd22abed44e23"/>
          <a:stretch xmlns:a="http://schemas.openxmlformats.org/drawingml/2006/main"/>
        </p:blipFill>
        <p:spPr>
          <a:xfrm xmlns:a="http://schemas.openxmlformats.org/drawingml/2006/main">
            <a:off x="1775322" y="1381125"/>
            <a:ext cx="5783855" cy="4667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578BC34-626B-4A99-9B59-DF7B23883B9C}"/>
              </a:ext>
            </a:extLst>
          </p:cNvPr>
          <p:cNvSpPr>
            <a:spLocks xmlns:a="http://schemas.openxmlformats.org/drawingml/2006/main" noGrp="1"/>
          </p:cNvSpPr>
          <p:nvPr/>
        </p:nvSpPr>
        <p:spPr>
          <a:xfrm xmlns:a="http://schemas.openxmlformats.org/drawingml/2006/main">
            <a:off x="9239250" y="1714500"/>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087F8C"/>
                </a:solidFill>
                <a:latin typeface="DejaVu Sans"/>
                <a:ea typeface="DejaVu Sans"/>
                <a:cs typeface="DejaVu Sans"/>
              </a:defRPr>
            </a:defPPr>
            <a:lvl1pPr>
              <a:defRPr sz="1875" b="1">
                <a:solidFill>
                  <a:srgbClr val="087F8C"/>
                </a:solidFill>
                <a:latin typeface="DejaVu Sans"/>
                <a:ea typeface="DejaVu Sans"/>
                <a:cs typeface="DejaVu Sans"/>
              </a:defRPr>
            </a:lvl1pPr>
            <a:lvl2pPr>
              <a:defRPr sz="1875" b="1">
                <a:solidFill>
                  <a:srgbClr val="087F8C"/>
                </a:solidFill>
                <a:latin typeface="DejaVu Sans"/>
                <a:ea typeface="DejaVu Sans"/>
                <a:cs typeface="DejaVu Sans"/>
              </a:defRPr>
            </a:lvl2pPr>
            <a:lvl3pPr>
              <a:defRPr sz="1875" b="1">
                <a:solidFill>
                  <a:srgbClr val="087F8C"/>
                </a:solidFill>
                <a:latin typeface="DejaVu Sans"/>
                <a:ea typeface="DejaVu Sans"/>
                <a:cs typeface="DejaVu Sans"/>
              </a:defRPr>
            </a:lvl3pPr>
            <a:lvl4pPr>
              <a:defRPr sz="1875" b="1">
                <a:solidFill>
                  <a:srgbClr val="087F8C"/>
                </a:solidFill>
                <a:latin typeface="DejaVu Sans"/>
                <a:ea typeface="DejaVu Sans"/>
                <a:cs typeface="DejaVu Sans"/>
              </a:defRPr>
            </a:lvl4pPr>
            <a:lvl5pPr>
              <a:defRPr sz="1875" b="1">
                <a:solidFill>
                  <a:srgbClr val="087F8C"/>
                </a:solidFill>
                <a:latin typeface="DejaVu Sans"/>
                <a:ea typeface="DejaVu Sans"/>
                <a:cs typeface="DejaVu Sans"/>
              </a:defRPr>
            </a:lvl5pPr>
            <a:lvl6pPr>
              <a:defRPr sz="1875" b="1">
                <a:solidFill>
                  <a:srgbClr val="087F8C"/>
                </a:solidFill>
                <a:latin typeface="DejaVu Sans"/>
                <a:ea typeface="DejaVu Sans"/>
                <a:cs typeface="DejaVu Sans"/>
              </a:defRPr>
            </a:lvl6pPr>
            <a:lvl7pPr>
              <a:defRPr sz="1875" b="1">
                <a:solidFill>
                  <a:srgbClr val="087F8C"/>
                </a:solidFill>
                <a:latin typeface="DejaVu Sans"/>
                <a:ea typeface="DejaVu Sans"/>
                <a:cs typeface="DejaVu Sans"/>
              </a:defRPr>
            </a:lvl7pPr>
            <a:lvl8pPr>
              <a:defRPr sz="1875" b="1">
                <a:solidFill>
                  <a:srgbClr val="087F8C"/>
                </a:solidFill>
                <a:latin typeface="DejaVu Sans"/>
                <a:ea typeface="DejaVu Sans"/>
                <a:cs typeface="DejaVu Sans"/>
              </a:defRPr>
            </a:lvl8pPr>
            <a:lvl9pPr>
              <a:defRPr sz="1875" b="1">
                <a:solidFill>
                  <a:srgbClr val="087F8C"/>
                </a:solidFill>
                <a:latin typeface="DejaVu Sans"/>
                <a:ea typeface="DejaVu Sans"/>
                <a:cs typeface="DejaVu Sans"/>
              </a:defRPr>
            </a:lvl9pPr>
          </a:lstStyle>
          <a:p xmlns:a="http://schemas.openxmlformats.org/drawingml/2006/main">
            <a:pPr>
              <a:defRPr sz="1875" b="1">
                <a:solidFill>
                  <a:srgbClr val="087F8C"/>
                </a:solidFill>
                <a:latin typeface="DejaVu Sans"/>
                <a:ea typeface="DejaVu Sans"/>
                <a:cs typeface="DejaVu Sans"/>
              </a:defRPr>
            </a:pPr>
            <a:r>
              <a:rPr sz="1875" b="1">
                <a:solidFill>
                  <a:srgbClr val="087F8C"/>
                </a:solidFill>
                <a:latin typeface="DejaVu Sans"/>
                <a:ea typeface="DejaVu Sans"/>
                <a:cs typeface="DejaVu Sans"/>
              </a:rPr>
              <a:t>Withhold</a:t>
            </a:r>
          </a:p>
        </p:txBody>
      </p:sp>
      <p:sp>
        <p:nvSpPr>
          <p:cNvPr id="6" name="">
            <a:extLst xmlns:a="http://schemas.openxmlformats.org/drawingml/2006/main">
              <a:ext uri="{FF2B5EF4-FFF2-40B4-BE49-F238E27FC236}">
                <a16:creationId xmlns:a16="http://schemas.microsoft.com/office/drawing/2014/main" id="{5788A6A6-2045-4FE9-A3F3-447FFC947BCC}"/>
              </a:ext>
            </a:extLst>
          </p:cNvPr>
          <p:cNvSpPr>
            <a:spLocks xmlns:a="http://schemas.openxmlformats.org/drawingml/2006/main" noGrp="1"/>
          </p:cNvSpPr>
          <p:nvPr/>
        </p:nvSpPr>
        <p:spPr>
          <a:xfrm xmlns:a="http://schemas.openxmlformats.org/drawingml/2006/main">
            <a:off x="9239250" y="2076450"/>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9717F"/>
                </a:solidFill>
                <a:latin typeface="DejaVu Sans"/>
                <a:ea typeface="DejaVu Sans"/>
                <a:cs typeface="DejaVu Sans"/>
              </a:defRPr>
            </a:defPPr>
            <a:lvl1pPr>
              <a:defRPr sz="1575" b="0">
                <a:solidFill>
                  <a:srgbClr val="59717F"/>
                </a:solidFill>
                <a:latin typeface="DejaVu Sans"/>
                <a:ea typeface="DejaVu Sans"/>
                <a:cs typeface="DejaVu Sans"/>
              </a:defRPr>
            </a:lvl1pPr>
            <a:lvl2pPr>
              <a:defRPr sz="1575" b="0">
                <a:solidFill>
                  <a:srgbClr val="59717F"/>
                </a:solidFill>
                <a:latin typeface="DejaVu Sans"/>
                <a:ea typeface="DejaVu Sans"/>
                <a:cs typeface="DejaVu Sans"/>
              </a:defRPr>
            </a:lvl2pPr>
            <a:lvl3pPr>
              <a:defRPr sz="1575" b="0">
                <a:solidFill>
                  <a:srgbClr val="59717F"/>
                </a:solidFill>
                <a:latin typeface="DejaVu Sans"/>
                <a:ea typeface="DejaVu Sans"/>
                <a:cs typeface="DejaVu Sans"/>
              </a:defRPr>
            </a:lvl3pPr>
            <a:lvl4pPr>
              <a:defRPr sz="1575" b="0">
                <a:solidFill>
                  <a:srgbClr val="59717F"/>
                </a:solidFill>
                <a:latin typeface="DejaVu Sans"/>
                <a:ea typeface="DejaVu Sans"/>
                <a:cs typeface="DejaVu Sans"/>
              </a:defRPr>
            </a:lvl4pPr>
            <a:lvl5pPr>
              <a:defRPr sz="1575" b="0">
                <a:solidFill>
                  <a:srgbClr val="59717F"/>
                </a:solidFill>
                <a:latin typeface="DejaVu Sans"/>
                <a:ea typeface="DejaVu Sans"/>
                <a:cs typeface="DejaVu Sans"/>
              </a:defRPr>
            </a:lvl5pPr>
            <a:lvl6pPr>
              <a:defRPr sz="1575" b="0">
                <a:solidFill>
                  <a:srgbClr val="59717F"/>
                </a:solidFill>
                <a:latin typeface="DejaVu Sans"/>
                <a:ea typeface="DejaVu Sans"/>
                <a:cs typeface="DejaVu Sans"/>
              </a:defRPr>
            </a:lvl6pPr>
            <a:lvl7pPr>
              <a:defRPr sz="1575" b="0">
                <a:solidFill>
                  <a:srgbClr val="59717F"/>
                </a:solidFill>
                <a:latin typeface="DejaVu Sans"/>
                <a:ea typeface="DejaVu Sans"/>
                <a:cs typeface="DejaVu Sans"/>
              </a:defRPr>
            </a:lvl7pPr>
            <a:lvl8pPr>
              <a:defRPr sz="1575" b="0">
                <a:solidFill>
                  <a:srgbClr val="59717F"/>
                </a:solidFill>
                <a:latin typeface="DejaVu Sans"/>
                <a:ea typeface="DejaVu Sans"/>
                <a:cs typeface="DejaVu Sans"/>
              </a:defRPr>
            </a:lvl8pPr>
            <a:lvl9pPr>
              <a:defRPr sz="1575" b="0">
                <a:solidFill>
                  <a:srgbClr val="59717F"/>
                </a:solidFill>
                <a:latin typeface="DejaVu Sans"/>
                <a:ea typeface="DejaVu Sans"/>
                <a:cs typeface="DejaVu Sans"/>
              </a:defRPr>
            </a:lvl9pPr>
          </a:lstStyle>
          <a:p xmlns:a="http://schemas.openxmlformats.org/drawingml/2006/main">
            <a:pPr>
              <a:defRPr sz="1575" b="0">
                <a:solidFill>
                  <a:srgbClr val="59717F"/>
                </a:solidFill>
                <a:latin typeface="DejaVu Sans"/>
                <a:ea typeface="DejaVu Sans"/>
                <a:cs typeface="DejaVu Sans"/>
              </a:defRPr>
            </a:pPr>
            <a:r>
              <a:rPr sz="1575" b="0">
                <a:solidFill>
                  <a:srgbClr val="59717F"/>
                </a:solidFill>
                <a:latin typeface="DejaVu Sans"/>
                <a:ea typeface="DejaVu Sans"/>
                <a:cs typeface="DejaVu Sans"/>
              </a:rPr>
              <a:t>No forecast when inputs are inadequate.</a:t>
            </a:r>
          </a:p>
        </p:txBody>
      </p:sp>
      <p:sp>
        <p:nvSpPr>
          <p:cNvPr id="7" name="">
            <a:extLst xmlns:a="http://schemas.openxmlformats.org/drawingml/2006/main">
              <a:ext uri="{FF2B5EF4-FFF2-40B4-BE49-F238E27FC236}">
                <a16:creationId xmlns:a16="http://schemas.microsoft.com/office/drawing/2014/main" id="{614A6108-B394-4668-8437-A0B788B5F559}"/>
              </a:ext>
            </a:extLst>
          </p:cNvPr>
          <p:cNvSpPr>
            <a:spLocks xmlns:a="http://schemas.openxmlformats.org/drawingml/2006/main" noGrp="1"/>
          </p:cNvSpPr>
          <p:nvPr/>
        </p:nvSpPr>
        <p:spPr>
          <a:xfrm xmlns:a="http://schemas.openxmlformats.org/drawingml/2006/main">
            <a:off x="9239250" y="2952750"/>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087F8C"/>
                </a:solidFill>
                <a:latin typeface="DejaVu Sans"/>
                <a:ea typeface="DejaVu Sans"/>
                <a:cs typeface="DejaVu Sans"/>
              </a:defRPr>
            </a:defPPr>
            <a:lvl1pPr>
              <a:defRPr sz="1875" b="1">
                <a:solidFill>
                  <a:srgbClr val="087F8C"/>
                </a:solidFill>
                <a:latin typeface="DejaVu Sans"/>
                <a:ea typeface="DejaVu Sans"/>
                <a:cs typeface="DejaVu Sans"/>
              </a:defRPr>
            </a:lvl1pPr>
            <a:lvl2pPr>
              <a:defRPr sz="1875" b="1">
                <a:solidFill>
                  <a:srgbClr val="087F8C"/>
                </a:solidFill>
                <a:latin typeface="DejaVu Sans"/>
                <a:ea typeface="DejaVu Sans"/>
                <a:cs typeface="DejaVu Sans"/>
              </a:defRPr>
            </a:lvl2pPr>
            <a:lvl3pPr>
              <a:defRPr sz="1875" b="1">
                <a:solidFill>
                  <a:srgbClr val="087F8C"/>
                </a:solidFill>
                <a:latin typeface="DejaVu Sans"/>
                <a:ea typeface="DejaVu Sans"/>
                <a:cs typeface="DejaVu Sans"/>
              </a:defRPr>
            </a:lvl3pPr>
            <a:lvl4pPr>
              <a:defRPr sz="1875" b="1">
                <a:solidFill>
                  <a:srgbClr val="087F8C"/>
                </a:solidFill>
                <a:latin typeface="DejaVu Sans"/>
                <a:ea typeface="DejaVu Sans"/>
                <a:cs typeface="DejaVu Sans"/>
              </a:defRPr>
            </a:lvl4pPr>
            <a:lvl5pPr>
              <a:defRPr sz="1875" b="1">
                <a:solidFill>
                  <a:srgbClr val="087F8C"/>
                </a:solidFill>
                <a:latin typeface="DejaVu Sans"/>
                <a:ea typeface="DejaVu Sans"/>
                <a:cs typeface="DejaVu Sans"/>
              </a:defRPr>
            </a:lvl5pPr>
            <a:lvl6pPr>
              <a:defRPr sz="1875" b="1">
                <a:solidFill>
                  <a:srgbClr val="087F8C"/>
                </a:solidFill>
                <a:latin typeface="DejaVu Sans"/>
                <a:ea typeface="DejaVu Sans"/>
                <a:cs typeface="DejaVu Sans"/>
              </a:defRPr>
            </a:lvl6pPr>
            <a:lvl7pPr>
              <a:defRPr sz="1875" b="1">
                <a:solidFill>
                  <a:srgbClr val="087F8C"/>
                </a:solidFill>
                <a:latin typeface="DejaVu Sans"/>
                <a:ea typeface="DejaVu Sans"/>
                <a:cs typeface="DejaVu Sans"/>
              </a:defRPr>
            </a:lvl7pPr>
            <a:lvl8pPr>
              <a:defRPr sz="1875" b="1">
                <a:solidFill>
                  <a:srgbClr val="087F8C"/>
                </a:solidFill>
                <a:latin typeface="DejaVu Sans"/>
                <a:ea typeface="DejaVu Sans"/>
                <a:cs typeface="DejaVu Sans"/>
              </a:defRPr>
            </a:lvl8pPr>
            <a:lvl9pPr>
              <a:defRPr sz="1875" b="1">
                <a:solidFill>
                  <a:srgbClr val="087F8C"/>
                </a:solidFill>
                <a:latin typeface="DejaVu Sans"/>
                <a:ea typeface="DejaVu Sans"/>
                <a:cs typeface="DejaVu Sans"/>
              </a:defRPr>
            </a:lvl9pPr>
          </a:lstStyle>
          <a:p xmlns:a="http://schemas.openxmlformats.org/drawingml/2006/main">
            <a:pPr>
              <a:defRPr sz="1875" b="1">
                <a:solidFill>
                  <a:srgbClr val="087F8C"/>
                </a:solidFill>
                <a:latin typeface="DejaVu Sans"/>
                <a:ea typeface="DejaVu Sans"/>
                <a:cs typeface="DejaVu Sans"/>
              </a:defRPr>
            </a:pPr>
            <a:r>
              <a:rPr sz="1875" b="1">
                <a:solidFill>
                  <a:srgbClr val="087F8C"/>
                </a:solidFill>
                <a:latin typeface="DejaVu Sans"/>
                <a:ea typeface="DejaVu Sans"/>
                <a:cs typeface="DejaVu Sans"/>
              </a:rPr>
              <a:t>Show age</a:t>
            </a:r>
          </a:p>
        </p:txBody>
      </p:sp>
      <p:sp>
        <p:nvSpPr>
          <p:cNvPr id="8" name="">
            <a:extLst xmlns:a="http://schemas.openxmlformats.org/drawingml/2006/main">
              <a:ext uri="{FF2B5EF4-FFF2-40B4-BE49-F238E27FC236}">
                <a16:creationId xmlns:a16="http://schemas.microsoft.com/office/drawing/2014/main" id="{31953E0E-3A52-431E-BFBA-B2FA7954C792}"/>
              </a:ext>
            </a:extLst>
          </p:cNvPr>
          <p:cNvSpPr>
            <a:spLocks xmlns:a="http://schemas.openxmlformats.org/drawingml/2006/main" noGrp="1"/>
          </p:cNvSpPr>
          <p:nvPr/>
        </p:nvSpPr>
        <p:spPr>
          <a:xfrm xmlns:a="http://schemas.openxmlformats.org/drawingml/2006/main">
            <a:off x="9239250" y="3314700"/>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9717F"/>
                </a:solidFill>
                <a:latin typeface="DejaVu Sans"/>
                <a:ea typeface="DejaVu Sans"/>
                <a:cs typeface="DejaVu Sans"/>
              </a:defRPr>
            </a:defPPr>
            <a:lvl1pPr>
              <a:defRPr sz="1575" b="0">
                <a:solidFill>
                  <a:srgbClr val="59717F"/>
                </a:solidFill>
                <a:latin typeface="DejaVu Sans"/>
                <a:ea typeface="DejaVu Sans"/>
                <a:cs typeface="DejaVu Sans"/>
              </a:defRPr>
            </a:lvl1pPr>
            <a:lvl2pPr>
              <a:defRPr sz="1575" b="0">
                <a:solidFill>
                  <a:srgbClr val="59717F"/>
                </a:solidFill>
                <a:latin typeface="DejaVu Sans"/>
                <a:ea typeface="DejaVu Sans"/>
                <a:cs typeface="DejaVu Sans"/>
              </a:defRPr>
            </a:lvl2pPr>
            <a:lvl3pPr>
              <a:defRPr sz="1575" b="0">
                <a:solidFill>
                  <a:srgbClr val="59717F"/>
                </a:solidFill>
                <a:latin typeface="DejaVu Sans"/>
                <a:ea typeface="DejaVu Sans"/>
                <a:cs typeface="DejaVu Sans"/>
              </a:defRPr>
            </a:lvl3pPr>
            <a:lvl4pPr>
              <a:defRPr sz="1575" b="0">
                <a:solidFill>
                  <a:srgbClr val="59717F"/>
                </a:solidFill>
                <a:latin typeface="DejaVu Sans"/>
                <a:ea typeface="DejaVu Sans"/>
                <a:cs typeface="DejaVu Sans"/>
              </a:defRPr>
            </a:lvl4pPr>
            <a:lvl5pPr>
              <a:defRPr sz="1575" b="0">
                <a:solidFill>
                  <a:srgbClr val="59717F"/>
                </a:solidFill>
                <a:latin typeface="DejaVu Sans"/>
                <a:ea typeface="DejaVu Sans"/>
                <a:cs typeface="DejaVu Sans"/>
              </a:defRPr>
            </a:lvl5pPr>
            <a:lvl6pPr>
              <a:defRPr sz="1575" b="0">
                <a:solidFill>
                  <a:srgbClr val="59717F"/>
                </a:solidFill>
                <a:latin typeface="DejaVu Sans"/>
                <a:ea typeface="DejaVu Sans"/>
                <a:cs typeface="DejaVu Sans"/>
              </a:defRPr>
            </a:lvl6pPr>
            <a:lvl7pPr>
              <a:defRPr sz="1575" b="0">
                <a:solidFill>
                  <a:srgbClr val="59717F"/>
                </a:solidFill>
                <a:latin typeface="DejaVu Sans"/>
                <a:ea typeface="DejaVu Sans"/>
                <a:cs typeface="DejaVu Sans"/>
              </a:defRPr>
            </a:lvl7pPr>
            <a:lvl8pPr>
              <a:defRPr sz="1575" b="0">
                <a:solidFill>
                  <a:srgbClr val="59717F"/>
                </a:solidFill>
                <a:latin typeface="DejaVu Sans"/>
                <a:ea typeface="DejaVu Sans"/>
                <a:cs typeface="DejaVu Sans"/>
              </a:defRPr>
            </a:lvl8pPr>
            <a:lvl9pPr>
              <a:defRPr sz="1575" b="0">
                <a:solidFill>
                  <a:srgbClr val="59717F"/>
                </a:solidFill>
                <a:latin typeface="DejaVu Sans"/>
                <a:ea typeface="DejaVu Sans"/>
                <a:cs typeface="DejaVu Sans"/>
              </a:defRPr>
            </a:lvl9pPr>
          </a:lstStyle>
          <a:p xmlns:a="http://schemas.openxmlformats.org/drawingml/2006/main">
            <a:pPr>
              <a:defRPr sz="1575" b="0">
                <a:solidFill>
                  <a:srgbClr val="59717F"/>
                </a:solidFill>
                <a:latin typeface="DejaVu Sans"/>
                <a:ea typeface="DejaVu Sans"/>
                <a:cs typeface="DejaVu Sans"/>
              </a:defRPr>
            </a:pPr>
            <a:r>
              <a:rPr sz="1575" b="0">
                <a:solidFill>
                  <a:srgbClr val="59717F"/>
                </a:solidFill>
                <a:latin typeface="DejaVu Sans"/>
                <a:ea typeface="DejaVu Sans"/>
                <a:cs typeface="DejaVu Sans"/>
              </a:rPr>
              <a:t>Historical values stay labeled as stale.</a:t>
            </a:r>
          </a:p>
        </p:txBody>
      </p:sp>
      <p:sp>
        <p:nvSpPr>
          <p:cNvPr id="9" name="">
            <a:extLst xmlns:a="http://schemas.openxmlformats.org/drawingml/2006/main">
              <a:ext uri="{FF2B5EF4-FFF2-40B4-BE49-F238E27FC236}">
                <a16:creationId xmlns:a16="http://schemas.microsoft.com/office/drawing/2014/main" id="{E3A44FC0-9F67-4B63-B49A-963FB30F2B0D}"/>
              </a:ext>
            </a:extLst>
          </p:cNvPr>
          <p:cNvSpPr>
            <a:spLocks xmlns:a="http://schemas.openxmlformats.org/drawingml/2006/main" noGrp="1"/>
          </p:cNvSpPr>
          <p:nvPr/>
        </p:nvSpPr>
        <p:spPr>
          <a:xfrm xmlns:a="http://schemas.openxmlformats.org/drawingml/2006/main">
            <a:off x="9239250" y="4191000"/>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087F8C"/>
                </a:solidFill>
                <a:latin typeface="DejaVu Sans"/>
                <a:ea typeface="DejaVu Sans"/>
                <a:cs typeface="DejaVu Sans"/>
              </a:defRPr>
            </a:defPPr>
            <a:lvl1pPr>
              <a:defRPr sz="1875" b="1">
                <a:solidFill>
                  <a:srgbClr val="087F8C"/>
                </a:solidFill>
                <a:latin typeface="DejaVu Sans"/>
                <a:ea typeface="DejaVu Sans"/>
                <a:cs typeface="DejaVu Sans"/>
              </a:defRPr>
            </a:lvl1pPr>
            <a:lvl2pPr>
              <a:defRPr sz="1875" b="1">
                <a:solidFill>
                  <a:srgbClr val="087F8C"/>
                </a:solidFill>
                <a:latin typeface="DejaVu Sans"/>
                <a:ea typeface="DejaVu Sans"/>
                <a:cs typeface="DejaVu Sans"/>
              </a:defRPr>
            </a:lvl2pPr>
            <a:lvl3pPr>
              <a:defRPr sz="1875" b="1">
                <a:solidFill>
                  <a:srgbClr val="087F8C"/>
                </a:solidFill>
                <a:latin typeface="DejaVu Sans"/>
                <a:ea typeface="DejaVu Sans"/>
                <a:cs typeface="DejaVu Sans"/>
              </a:defRPr>
            </a:lvl3pPr>
            <a:lvl4pPr>
              <a:defRPr sz="1875" b="1">
                <a:solidFill>
                  <a:srgbClr val="087F8C"/>
                </a:solidFill>
                <a:latin typeface="DejaVu Sans"/>
                <a:ea typeface="DejaVu Sans"/>
                <a:cs typeface="DejaVu Sans"/>
              </a:defRPr>
            </a:lvl4pPr>
            <a:lvl5pPr>
              <a:defRPr sz="1875" b="1">
                <a:solidFill>
                  <a:srgbClr val="087F8C"/>
                </a:solidFill>
                <a:latin typeface="DejaVu Sans"/>
                <a:ea typeface="DejaVu Sans"/>
                <a:cs typeface="DejaVu Sans"/>
              </a:defRPr>
            </a:lvl5pPr>
            <a:lvl6pPr>
              <a:defRPr sz="1875" b="1">
                <a:solidFill>
                  <a:srgbClr val="087F8C"/>
                </a:solidFill>
                <a:latin typeface="DejaVu Sans"/>
                <a:ea typeface="DejaVu Sans"/>
                <a:cs typeface="DejaVu Sans"/>
              </a:defRPr>
            </a:lvl6pPr>
            <a:lvl7pPr>
              <a:defRPr sz="1875" b="1">
                <a:solidFill>
                  <a:srgbClr val="087F8C"/>
                </a:solidFill>
                <a:latin typeface="DejaVu Sans"/>
                <a:ea typeface="DejaVu Sans"/>
                <a:cs typeface="DejaVu Sans"/>
              </a:defRPr>
            </a:lvl7pPr>
            <a:lvl8pPr>
              <a:defRPr sz="1875" b="1">
                <a:solidFill>
                  <a:srgbClr val="087F8C"/>
                </a:solidFill>
                <a:latin typeface="DejaVu Sans"/>
                <a:ea typeface="DejaVu Sans"/>
                <a:cs typeface="DejaVu Sans"/>
              </a:defRPr>
            </a:lvl8pPr>
            <a:lvl9pPr>
              <a:defRPr sz="1875" b="1">
                <a:solidFill>
                  <a:srgbClr val="087F8C"/>
                </a:solidFill>
                <a:latin typeface="DejaVu Sans"/>
                <a:ea typeface="DejaVu Sans"/>
                <a:cs typeface="DejaVu Sans"/>
              </a:defRPr>
            </a:lvl9pPr>
          </a:lstStyle>
          <a:p xmlns:a="http://schemas.openxmlformats.org/drawingml/2006/main">
            <a:pPr>
              <a:defRPr sz="1875" b="1">
                <a:solidFill>
                  <a:srgbClr val="087F8C"/>
                </a:solidFill>
                <a:latin typeface="DejaVu Sans"/>
                <a:ea typeface="DejaVu Sans"/>
                <a:cs typeface="DejaVu Sans"/>
              </a:defRPr>
            </a:pPr>
            <a:r>
              <a:rPr sz="1875" b="1">
                <a:solidFill>
                  <a:srgbClr val="087F8C"/>
                </a:solidFill>
                <a:latin typeface="DejaVu Sans"/>
                <a:ea typeface="DejaVu Sans"/>
                <a:cs typeface="DejaVu Sans"/>
              </a:rPr>
              <a:t>Recover</a:t>
            </a:r>
          </a:p>
        </p:txBody>
      </p:sp>
      <p:sp>
        <p:nvSpPr>
          <p:cNvPr id="10" name="">
            <a:extLst xmlns:a="http://schemas.openxmlformats.org/drawingml/2006/main">
              <a:ext uri="{FF2B5EF4-FFF2-40B4-BE49-F238E27FC236}">
                <a16:creationId xmlns:a16="http://schemas.microsoft.com/office/drawing/2014/main" id="{A336385C-A20A-4CD2-B59C-32EB6235AB23}"/>
              </a:ext>
            </a:extLst>
          </p:cNvPr>
          <p:cNvSpPr>
            <a:spLocks xmlns:a="http://schemas.openxmlformats.org/drawingml/2006/main" noGrp="1"/>
          </p:cNvSpPr>
          <p:nvPr/>
        </p:nvSpPr>
        <p:spPr>
          <a:xfrm xmlns:a="http://schemas.openxmlformats.org/drawingml/2006/main">
            <a:off x="9239250" y="4552950"/>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9717F"/>
                </a:solidFill>
                <a:latin typeface="DejaVu Sans"/>
                <a:ea typeface="DejaVu Sans"/>
                <a:cs typeface="DejaVu Sans"/>
              </a:defRPr>
            </a:defPPr>
            <a:lvl1pPr>
              <a:defRPr sz="1575" b="0">
                <a:solidFill>
                  <a:srgbClr val="59717F"/>
                </a:solidFill>
                <a:latin typeface="DejaVu Sans"/>
                <a:ea typeface="DejaVu Sans"/>
                <a:cs typeface="DejaVu Sans"/>
              </a:defRPr>
            </a:lvl1pPr>
            <a:lvl2pPr>
              <a:defRPr sz="1575" b="0">
                <a:solidFill>
                  <a:srgbClr val="59717F"/>
                </a:solidFill>
                <a:latin typeface="DejaVu Sans"/>
                <a:ea typeface="DejaVu Sans"/>
                <a:cs typeface="DejaVu Sans"/>
              </a:defRPr>
            </a:lvl2pPr>
            <a:lvl3pPr>
              <a:defRPr sz="1575" b="0">
                <a:solidFill>
                  <a:srgbClr val="59717F"/>
                </a:solidFill>
                <a:latin typeface="DejaVu Sans"/>
                <a:ea typeface="DejaVu Sans"/>
                <a:cs typeface="DejaVu Sans"/>
              </a:defRPr>
            </a:lvl3pPr>
            <a:lvl4pPr>
              <a:defRPr sz="1575" b="0">
                <a:solidFill>
                  <a:srgbClr val="59717F"/>
                </a:solidFill>
                <a:latin typeface="DejaVu Sans"/>
                <a:ea typeface="DejaVu Sans"/>
                <a:cs typeface="DejaVu Sans"/>
              </a:defRPr>
            </a:lvl4pPr>
            <a:lvl5pPr>
              <a:defRPr sz="1575" b="0">
                <a:solidFill>
                  <a:srgbClr val="59717F"/>
                </a:solidFill>
                <a:latin typeface="DejaVu Sans"/>
                <a:ea typeface="DejaVu Sans"/>
                <a:cs typeface="DejaVu Sans"/>
              </a:defRPr>
            </a:lvl5pPr>
            <a:lvl6pPr>
              <a:defRPr sz="1575" b="0">
                <a:solidFill>
                  <a:srgbClr val="59717F"/>
                </a:solidFill>
                <a:latin typeface="DejaVu Sans"/>
                <a:ea typeface="DejaVu Sans"/>
                <a:cs typeface="DejaVu Sans"/>
              </a:defRPr>
            </a:lvl6pPr>
            <a:lvl7pPr>
              <a:defRPr sz="1575" b="0">
                <a:solidFill>
                  <a:srgbClr val="59717F"/>
                </a:solidFill>
                <a:latin typeface="DejaVu Sans"/>
                <a:ea typeface="DejaVu Sans"/>
                <a:cs typeface="DejaVu Sans"/>
              </a:defRPr>
            </a:lvl7pPr>
            <a:lvl8pPr>
              <a:defRPr sz="1575" b="0">
                <a:solidFill>
                  <a:srgbClr val="59717F"/>
                </a:solidFill>
                <a:latin typeface="DejaVu Sans"/>
                <a:ea typeface="DejaVu Sans"/>
                <a:cs typeface="DejaVu Sans"/>
              </a:defRPr>
            </a:lvl8pPr>
            <a:lvl9pPr>
              <a:defRPr sz="1575" b="0">
                <a:solidFill>
                  <a:srgbClr val="59717F"/>
                </a:solidFill>
                <a:latin typeface="DejaVu Sans"/>
                <a:ea typeface="DejaVu Sans"/>
                <a:cs typeface="DejaVu Sans"/>
              </a:defRPr>
            </a:lvl9pPr>
          </a:lstStyle>
          <a:p xmlns:a="http://schemas.openxmlformats.org/drawingml/2006/main">
            <a:pPr>
              <a:defRPr sz="1575" b="0">
                <a:solidFill>
                  <a:srgbClr val="59717F"/>
                </a:solidFill>
                <a:latin typeface="DejaVu Sans"/>
                <a:ea typeface="DejaVu Sans"/>
                <a:cs typeface="DejaVu Sans"/>
              </a:defRPr>
            </a:pPr>
            <a:r>
              <a:rPr sz="1575" b="0">
                <a:solidFill>
                  <a:srgbClr val="59717F"/>
                </a:solidFill>
                <a:latin typeface="DejaVu Sans"/>
                <a:ea typeface="DejaVu Sans"/>
                <a:cs typeface="DejaVu Sans"/>
              </a:rPr>
              <a:t>Restore outputs when quality conditions pass.</a:t>
            </a:r>
          </a:p>
        </p:txBody>
      </p:sp>
    </p:spTree>
    <p:extLst>
      <p:ext uri="{BB962C8B-B14F-4D97-AF65-F5344CB8AC3E}">
        <p14:creationId xmlns:p14="http://schemas.microsoft.com/office/powerpoint/2010/main" val="1978850098"/>
      </p:ext>
    </p:extLst>
  </p:cSld>
</p:sld>
</file>

<file path=ppt/slides/slide11.xml><?xml version="1.0" encoding="utf-8"?>
<p:sld xmlns:p="http://schemas.openxmlformats.org/presentationml/2006/main">
  <p:cSld>
    <p:bg>
      <p:bgPr>
        <a:solidFill xmlns:a="http://schemas.openxmlformats.org/drawingml/2006/main">
          <a:srgbClr val="F5F8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06AFE1F-287D-4BCC-A1F1-D73BDBE026C6}"/>
              </a:ext>
            </a:extLst>
          </p:cNvPr>
          <p:cNvSpPr>
            <a:spLocks xmlns:a="http://schemas.openxmlformats.org/drawingml/2006/main" noGrp="1"/>
          </p:cNvSpPr>
          <p:nvPr/>
        </p:nvSpPr>
        <p:spPr>
          <a:xfrm xmlns:a="http://schemas.openxmlformats.org/drawingml/2006/main">
            <a:off x="571500" y="400050"/>
            <a:ext cx="11049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150" b="1">
                <a:solidFill>
                  <a:srgbClr val="10283D"/>
                </a:solidFill>
                <a:latin typeface="DejaVu Sans"/>
                <a:ea typeface="DejaVu Sans"/>
                <a:cs typeface="DejaVu Sans"/>
              </a:defRPr>
            </a:defPPr>
            <a:lvl1pPr>
              <a:defRPr sz="3150" b="1">
                <a:solidFill>
                  <a:srgbClr val="10283D"/>
                </a:solidFill>
                <a:latin typeface="DejaVu Sans"/>
                <a:ea typeface="DejaVu Sans"/>
                <a:cs typeface="DejaVu Sans"/>
              </a:defRPr>
            </a:lvl1pPr>
            <a:lvl2pPr>
              <a:defRPr sz="3150" b="1">
                <a:solidFill>
                  <a:srgbClr val="10283D"/>
                </a:solidFill>
                <a:latin typeface="DejaVu Sans"/>
                <a:ea typeface="DejaVu Sans"/>
                <a:cs typeface="DejaVu Sans"/>
              </a:defRPr>
            </a:lvl2pPr>
            <a:lvl3pPr>
              <a:defRPr sz="3150" b="1">
                <a:solidFill>
                  <a:srgbClr val="10283D"/>
                </a:solidFill>
                <a:latin typeface="DejaVu Sans"/>
                <a:ea typeface="DejaVu Sans"/>
                <a:cs typeface="DejaVu Sans"/>
              </a:defRPr>
            </a:lvl3pPr>
            <a:lvl4pPr>
              <a:defRPr sz="3150" b="1">
                <a:solidFill>
                  <a:srgbClr val="10283D"/>
                </a:solidFill>
                <a:latin typeface="DejaVu Sans"/>
                <a:ea typeface="DejaVu Sans"/>
                <a:cs typeface="DejaVu Sans"/>
              </a:defRPr>
            </a:lvl4pPr>
            <a:lvl5pPr>
              <a:defRPr sz="3150" b="1">
                <a:solidFill>
                  <a:srgbClr val="10283D"/>
                </a:solidFill>
                <a:latin typeface="DejaVu Sans"/>
                <a:ea typeface="DejaVu Sans"/>
                <a:cs typeface="DejaVu Sans"/>
              </a:defRPr>
            </a:lvl5pPr>
            <a:lvl6pPr>
              <a:defRPr sz="3150" b="1">
                <a:solidFill>
                  <a:srgbClr val="10283D"/>
                </a:solidFill>
                <a:latin typeface="DejaVu Sans"/>
                <a:ea typeface="DejaVu Sans"/>
                <a:cs typeface="DejaVu Sans"/>
              </a:defRPr>
            </a:lvl6pPr>
            <a:lvl7pPr>
              <a:defRPr sz="3150" b="1">
                <a:solidFill>
                  <a:srgbClr val="10283D"/>
                </a:solidFill>
                <a:latin typeface="DejaVu Sans"/>
                <a:ea typeface="DejaVu Sans"/>
                <a:cs typeface="DejaVu Sans"/>
              </a:defRPr>
            </a:lvl7pPr>
            <a:lvl8pPr>
              <a:defRPr sz="3150" b="1">
                <a:solidFill>
                  <a:srgbClr val="10283D"/>
                </a:solidFill>
                <a:latin typeface="DejaVu Sans"/>
                <a:ea typeface="DejaVu Sans"/>
                <a:cs typeface="DejaVu Sans"/>
              </a:defRPr>
            </a:lvl8pPr>
            <a:lvl9pPr>
              <a:defRPr sz="3150" b="1">
                <a:solidFill>
                  <a:srgbClr val="10283D"/>
                </a:solidFill>
                <a:latin typeface="DejaVu Sans"/>
                <a:ea typeface="DejaVu Sans"/>
                <a:cs typeface="DejaVu Sans"/>
              </a:defRPr>
            </a:lvl9pPr>
          </a:lstStyle>
          <a:p xmlns:a="http://schemas.openxmlformats.org/drawingml/2006/main">
            <a:pPr>
              <a:defRPr sz="3150" b="1">
                <a:solidFill>
                  <a:srgbClr val="10283D"/>
                </a:solidFill>
                <a:latin typeface="DejaVu Sans"/>
                <a:ea typeface="DejaVu Sans"/>
                <a:cs typeface="DejaVu Sans"/>
              </a:defRPr>
            </a:pPr>
            <a:r>
              <a:rPr sz="3150" b="1">
                <a:solidFill>
                  <a:srgbClr val="10283D"/>
                </a:solidFill>
                <a:latin typeface="DejaVu Sans"/>
                <a:ea typeface="DejaVu Sans"/>
                <a:cs typeface="DejaVu Sans"/>
              </a:rPr>
              <a:t>A clearly labeled scenario sandbox</a:t>
            </a:r>
          </a:p>
        </p:txBody>
      </p:sp>
      <p:sp>
        <p:nvSpPr>
          <p:cNvPr id="2" name="">
            <a:extLst xmlns:a="http://schemas.openxmlformats.org/drawingml/2006/main">
              <a:ext uri="{FF2B5EF4-FFF2-40B4-BE49-F238E27FC236}">
                <a16:creationId xmlns:a16="http://schemas.microsoft.com/office/drawing/2014/main" id="{A49FA14C-F203-41B9-B81C-235E6C99E439}"/>
              </a:ext>
            </a:extLst>
          </p:cNvPr>
          <p:cNvSpPr>
            <a:spLocks xmlns:a="http://schemas.openxmlformats.org/drawingml/2006/main" noGrp="1"/>
          </p:cNvSpPr>
          <p:nvPr/>
        </p:nvSpPr>
        <p:spPr>
          <a:xfrm xmlns:a="http://schemas.openxmlformats.org/drawingml/2006/main">
            <a:off x="571500" y="6448425"/>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9717F"/>
                </a:solidFill>
                <a:latin typeface="DejaVu Sans"/>
                <a:ea typeface="DejaVu Sans"/>
                <a:cs typeface="DejaVu Sans"/>
              </a:defRPr>
            </a:defPPr>
            <a:lvl1pPr>
              <a:defRPr sz="1050" b="0">
                <a:solidFill>
                  <a:srgbClr val="59717F"/>
                </a:solidFill>
                <a:latin typeface="DejaVu Sans"/>
                <a:ea typeface="DejaVu Sans"/>
                <a:cs typeface="DejaVu Sans"/>
              </a:defRPr>
            </a:lvl1pPr>
            <a:lvl2pPr>
              <a:defRPr sz="1050" b="0">
                <a:solidFill>
                  <a:srgbClr val="59717F"/>
                </a:solidFill>
                <a:latin typeface="DejaVu Sans"/>
                <a:ea typeface="DejaVu Sans"/>
                <a:cs typeface="DejaVu Sans"/>
              </a:defRPr>
            </a:lvl2pPr>
            <a:lvl3pPr>
              <a:defRPr sz="1050" b="0">
                <a:solidFill>
                  <a:srgbClr val="59717F"/>
                </a:solidFill>
                <a:latin typeface="DejaVu Sans"/>
                <a:ea typeface="DejaVu Sans"/>
                <a:cs typeface="DejaVu Sans"/>
              </a:defRPr>
            </a:lvl3pPr>
            <a:lvl4pPr>
              <a:defRPr sz="1050" b="0">
                <a:solidFill>
                  <a:srgbClr val="59717F"/>
                </a:solidFill>
                <a:latin typeface="DejaVu Sans"/>
                <a:ea typeface="DejaVu Sans"/>
                <a:cs typeface="DejaVu Sans"/>
              </a:defRPr>
            </a:lvl4pPr>
            <a:lvl5pPr>
              <a:defRPr sz="1050" b="0">
                <a:solidFill>
                  <a:srgbClr val="59717F"/>
                </a:solidFill>
                <a:latin typeface="DejaVu Sans"/>
                <a:ea typeface="DejaVu Sans"/>
                <a:cs typeface="DejaVu Sans"/>
              </a:defRPr>
            </a:lvl5pPr>
            <a:lvl6pPr>
              <a:defRPr sz="1050" b="0">
                <a:solidFill>
                  <a:srgbClr val="59717F"/>
                </a:solidFill>
                <a:latin typeface="DejaVu Sans"/>
                <a:ea typeface="DejaVu Sans"/>
                <a:cs typeface="DejaVu Sans"/>
              </a:defRPr>
            </a:lvl6pPr>
            <a:lvl7pPr>
              <a:defRPr sz="1050" b="0">
                <a:solidFill>
                  <a:srgbClr val="59717F"/>
                </a:solidFill>
                <a:latin typeface="DejaVu Sans"/>
                <a:ea typeface="DejaVu Sans"/>
                <a:cs typeface="DejaVu Sans"/>
              </a:defRPr>
            </a:lvl7pPr>
            <a:lvl8pPr>
              <a:defRPr sz="1050" b="0">
                <a:solidFill>
                  <a:srgbClr val="59717F"/>
                </a:solidFill>
                <a:latin typeface="DejaVu Sans"/>
                <a:ea typeface="DejaVu Sans"/>
                <a:cs typeface="DejaVu Sans"/>
              </a:defRPr>
            </a:lvl8pPr>
            <a:lvl9pPr>
              <a:defRPr sz="1050" b="0">
                <a:solidFill>
                  <a:srgbClr val="59717F"/>
                </a:solidFill>
                <a:latin typeface="DejaVu Sans"/>
                <a:ea typeface="DejaVu Sans"/>
                <a:cs typeface="DejaVu Sans"/>
              </a:defRPr>
            </a:lvl9pPr>
          </a:lstStyle>
          <a:p xmlns:a="http://schemas.openxmlformats.org/drawingml/2006/main">
            <a:pPr>
              <a:defRPr sz="1050" b="0">
                <a:solidFill>
                  <a:srgbClr val="59717F"/>
                </a:solidFill>
                <a:latin typeface="DejaVu Sans"/>
                <a:ea typeface="DejaVu Sans"/>
                <a:cs typeface="DejaVu Sans"/>
              </a:defRPr>
            </a:pPr>
            <a:r>
              <a:rPr sz="1050" b="0">
                <a:solidFill>
                  <a:srgbClr val="59717F"/>
                </a:solidFill>
                <a:latin typeface="DejaVu Sans"/>
                <a:ea typeface="DejaVu Sans"/>
                <a:cs typeface="DejaVu Sans"/>
              </a:rPr>
              <a:t>TEAM PRODUCT  /  IIT KANPUR</a:t>
            </a:r>
          </a:p>
        </p:txBody>
      </p:sp>
      <p:sp>
        <p:nvSpPr>
          <p:cNvPr id="3" name="">
            <a:extLst xmlns:a="http://schemas.openxmlformats.org/drawingml/2006/main">
              <a:ext uri="{FF2B5EF4-FFF2-40B4-BE49-F238E27FC236}">
                <a16:creationId xmlns:a16="http://schemas.microsoft.com/office/drawing/2014/main" id="{4B29F1AC-DC47-4CC0-B32D-406351461439}"/>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9717F"/>
                </a:solidFill>
                <a:latin typeface="DejaVu Sans"/>
                <a:ea typeface="DejaVu Sans"/>
                <a:cs typeface="DejaVu Sans"/>
              </a:defRPr>
            </a:defPPr>
            <a:lvl1pPr>
              <a:defRPr sz="1050" b="0">
                <a:solidFill>
                  <a:srgbClr val="59717F"/>
                </a:solidFill>
                <a:latin typeface="DejaVu Sans"/>
                <a:ea typeface="DejaVu Sans"/>
                <a:cs typeface="DejaVu Sans"/>
              </a:defRPr>
            </a:lvl1pPr>
            <a:lvl2pPr>
              <a:defRPr sz="1050" b="0">
                <a:solidFill>
                  <a:srgbClr val="59717F"/>
                </a:solidFill>
                <a:latin typeface="DejaVu Sans"/>
                <a:ea typeface="DejaVu Sans"/>
                <a:cs typeface="DejaVu Sans"/>
              </a:defRPr>
            </a:lvl2pPr>
            <a:lvl3pPr>
              <a:defRPr sz="1050" b="0">
                <a:solidFill>
                  <a:srgbClr val="59717F"/>
                </a:solidFill>
                <a:latin typeface="DejaVu Sans"/>
                <a:ea typeface="DejaVu Sans"/>
                <a:cs typeface="DejaVu Sans"/>
              </a:defRPr>
            </a:lvl3pPr>
            <a:lvl4pPr>
              <a:defRPr sz="1050" b="0">
                <a:solidFill>
                  <a:srgbClr val="59717F"/>
                </a:solidFill>
                <a:latin typeface="DejaVu Sans"/>
                <a:ea typeface="DejaVu Sans"/>
                <a:cs typeface="DejaVu Sans"/>
              </a:defRPr>
            </a:lvl4pPr>
            <a:lvl5pPr>
              <a:defRPr sz="1050" b="0">
                <a:solidFill>
                  <a:srgbClr val="59717F"/>
                </a:solidFill>
                <a:latin typeface="DejaVu Sans"/>
                <a:ea typeface="DejaVu Sans"/>
                <a:cs typeface="DejaVu Sans"/>
              </a:defRPr>
            </a:lvl5pPr>
            <a:lvl6pPr>
              <a:defRPr sz="1050" b="0">
                <a:solidFill>
                  <a:srgbClr val="59717F"/>
                </a:solidFill>
                <a:latin typeface="DejaVu Sans"/>
                <a:ea typeface="DejaVu Sans"/>
                <a:cs typeface="DejaVu Sans"/>
              </a:defRPr>
            </a:lvl6pPr>
            <a:lvl7pPr>
              <a:defRPr sz="1050" b="0">
                <a:solidFill>
                  <a:srgbClr val="59717F"/>
                </a:solidFill>
                <a:latin typeface="DejaVu Sans"/>
                <a:ea typeface="DejaVu Sans"/>
                <a:cs typeface="DejaVu Sans"/>
              </a:defRPr>
            </a:lvl7pPr>
            <a:lvl8pPr>
              <a:defRPr sz="1050" b="0">
                <a:solidFill>
                  <a:srgbClr val="59717F"/>
                </a:solidFill>
                <a:latin typeface="DejaVu Sans"/>
                <a:ea typeface="DejaVu Sans"/>
                <a:cs typeface="DejaVu Sans"/>
              </a:defRPr>
            </a:lvl8pPr>
            <a:lvl9pPr>
              <a:defRPr sz="1050" b="0">
                <a:solidFill>
                  <a:srgbClr val="59717F"/>
                </a:solidFill>
                <a:latin typeface="DejaVu Sans"/>
                <a:ea typeface="DejaVu Sans"/>
                <a:cs typeface="DejaVu Sans"/>
              </a:defRPr>
            </a:lvl9pPr>
          </a:lstStyle>
          <a:p xmlns:a="http://schemas.openxmlformats.org/drawingml/2006/main">
            <a:pPr>
              <a:defRPr sz="1050" b="0">
                <a:solidFill>
                  <a:srgbClr val="59717F"/>
                </a:solidFill>
                <a:latin typeface="DejaVu Sans"/>
                <a:ea typeface="DejaVu Sans"/>
                <a:cs typeface="DejaVu Sans"/>
              </a:defRPr>
            </a:pPr>
            <a:r>
              <a:rPr sz="1050" b="0">
                <a:solidFill>
                  <a:srgbClr val="59717F"/>
                </a:solidFill>
                <a:latin typeface="DejaVu Sans"/>
                <a:ea typeface="DejaVu Sans"/>
                <a:cs typeface="DejaVu Sans"/>
              </a:rPr>
              <a:t>11</a:t>
            </a:r>
          </a:p>
        </p:txBody>
      </p:sp>
      <p:pic>
        <p:nvPicPr>
          <p:cNvPr id="4" name="">
            <a:extLst xmlns:a="http://schemas.openxmlformats.org/drawingml/2006/main">
              <a:ext uri="{FF2B5EF4-FFF2-40B4-BE49-F238E27FC236}">
                <a16:creationId xmlns:a16="http://schemas.microsoft.com/office/drawing/2014/main" id="{B62FDD9C-7EE0-4B3B-BFCF-A64503C58CC4}"/>
              </a:ext>
            </a:extLst>
          </p:cNvPr>
          <p:cNvPicPr>
            <a:picLocks xmlns:a="http://schemas.openxmlformats.org/drawingml/2006/main" noChangeAspect="1"/>
          </p:cNvPicPr>
          <p:nvPr/>
        </p:nvPicPr>
        <p:blipFill>
          <a:blip xmlns:r="http://schemas.openxmlformats.org/officeDocument/2006/relationships" xmlns:a="http://schemas.openxmlformats.org/drawingml/2006/main" r:embed="Rd1dead2896bd41f5"/>
          <a:stretch xmlns:a="http://schemas.openxmlformats.org/drawingml/2006/main"/>
        </p:blipFill>
        <p:spPr>
          <a:xfrm xmlns:a="http://schemas.openxmlformats.org/drawingml/2006/main">
            <a:off x="1472565" y="1476375"/>
            <a:ext cx="6103620" cy="42386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B5B8989-62DF-4037-A2D3-58CFDF77BC97}"/>
              </a:ext>
            </a:extLst>
          </p:cNvPr>
          <p:cNvSpPr>
            <a:spLocks xmlns:a="http://schemas.openxmlformats.org/drawingml/2006/main" noGrp="1"/>
          </p:cNvSpPr>
          <p:nvPr/>
        </p:nvSpPr>
        <p:spPr>
          <a:xfrm xmlns:a="http://schemas.openxmlformats.org/drawingml/2006/main">
            <a:off x="8953500" y="1714500"/>
            <a:ext cx="2857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7863CD"/>
                </a:solidFill>
                <a:latin typeface="DejaVu Sans"/>
                <a:ea typeface="DejaVu Sans"/>
                <a:cs typeface="DejaVu Sans"/>
              </a:defRPr>
            </a:defPPr>
            <a:lvl1pPr>
              <a:defRPr sz="2325" b="1">
                <a:solidFill>
                  <a:srgbClr val="7863CD"/>
                </a:solidFill>
                <a:latin typeface="DejaVu Sans"/>
                <a:ea typeface="DejaVu Sans"/>
                <a:cs typeface="DejaVu Sans"/>
              </a:defRPr>
            </a:lvl1pPr>
            <a:lvl2pPr>
              <a:defRPr sz="2325" b="1">
                <a:solidFill>
                  <a:srgbClr val="7863CD"/>
                </a:solidFill>
                <a:latin typeface="DejaVu Sans"/>
                <a:ea typeface="DejaVu Sans"/>
                <a:cs typeface="DejaVu Sans"/>
              </a:defRPr>
            </a:lvl2pPr>
            <a:lvl3pPr>
              <a:defRPr sz="2325" b="1">
                <a:solidFill>
                  <a:srgbClr val="7863CD"/>
                </a:solidFill>
                <a:latin typeface="DejaVu Sans"/>
                <a:ea typeface="DejaVu Sans"/>
                <a:cs typeface="DejaVu Sans"/>
              </a:defRPr>
            </a:lvl3pPr>
            <a:lvl4pPr>
              <a:defRPr sz="2325" b="1">
                <a:solidFill>
                  <a:srgbClr val="7863CD"/>
                </a:solidFill>
                <a:latin typeface="DejaVu Sans"/>
                <a:ea typeface="DejaVu Sans"/>
                <a:cs typeface="DejaVu Sans"/>
              </a:defRPr>
            </a:lvl4pPr>
            <a:lvl5pPr>
              <a:defRPr sz="2325" b="1">
                <a:solidFill>
                  <a:srgbClr val="7863CD"/>
                </a:solidFill>
                <a:latin typeface="DejaVu Sans"/>
                <a:ea typeface="DejaVu Sans"/>
                <a:cs typeface="DejaVu Sans"/>
              </a:defRPr>
            </a:lvl5pPr>
            <a:lvl6pPr>
              <a:defRPr sz="2325" b="1">
                <a:solidFill>
                  <a:srgbClr val="7863CD"/>
                </a:solidFill>
                <a:latin typeface="DejaVu Sans"/>
                <a:ea typeface="DejaVu Sans"/>
                <a:cs typeface="DejaVu Sans"/>
              </a:defRPr>
            </a:lvl6pPr>
            <a:lvl7pPr>
              <a:defRPr sz="2325" b="1">
                <a:solidFill>
                  <a:srgbClr val="7863CD"/>
                </a:solidFill>
                <a:latin typeface="DejaVu Sans"/>
                <a:ea typeface="DejaVu Sans"/>
                <a:cs typeface="DejaVu Sans"/>
              </a:defRPr>
            </a:lvl7pPr>
            <a:lvl8pPr>
              <a:defRPr sz="2325" b="1">
                <a:solidFill>
                  <a:srgbClr val="7863CD"/>
                </a:solidFill>
                <a:latin typeface="DejaVu Sans"/>
                <a:ea typeface="DejaVu Sans"/>
                <a:cs typeface="DejaVu Sans"/>
              </a:defRPr>
            </a:lvl8pPr>
            <a:lvl9pPr>
              <a:defRPr sz="2325" b="1">
                <a:solidFill>
                  <a:srgbClr val="7863CD"/>
                </a:solidFill>
                <a:latin typeface="DejaVu Sans"/>
                <a:ea typeface="DejaVu Sans"/>
                <a:cs typeface="DejaVu Sans"/>
              </a:defRPr>
            </a:lvl9pPr>
          </a:lstStyle>
          <a:p xmlns:a="http://schemas.openxmlformats.org/drawingml/2006/main">
            <a:pPr>
              <a:defRPr sz="2325" b="1">
                <a:solidFill>
                  <a:srgbClr val="7863CD"/>
                </a:solidFill>
                <a:latin typeface="DejaVu Sans"/>
                <a:ea typeface="DejaVu Sans"/>
                <a:cs typeface="DejaVu Sans"/>
              </a:defRPr>
            </a:pPr>
            <a:r>
              <a:rPr sz="2325" b="1">
                <a:solidFill>
                  <a:srgbClr val="7863CD"/>
                </a:solidFill>
                <a:latin typeface="DejaVu Sans"/>
                <a:ea typeface="DejaVu Sans"/>
                <a:cs typeface="DejaVu Sans"/>
              </a:rPr>
              <a:t>Assumptions,</a:t>
            </a:r>
          </a:p>
          <a:p xmlns:a="http://schemas.openxmlformats.org/drawingml/2006/main">
            <a:pPr>
              <a:defRPr sz="2325" b="1">
                <a:solidFill>
                  <a:srgbClr val="7863CD"/>
                </a:solidFill>
                <a:latin typeface="DejaVu Sans"/>
                <a:ea typeface="DejaVu Sans"/>
                <a:cs typeface="DejaVu Sans"/>
              </a:defRPr>
            </a:pPr>
            <a:r>
              <a:rPr sz="2325" b="1">
                <a:solidFill>
                  <a:srgbClr val="7863CD"/>
                </a:solidFill>
                <a:latin typeface="DejaVu Sans"/>
                <a:ea typeface="DejaVu Sans"/>
                <a:cs typeface="DejaVu Sans"/>
              </a:rPr>
              <a:t>not treatment effects</a:t>
            </a:r>
          </a:p>
        </p:txBody>
      </p:sp>
      <p:sp>
        <p:nvSpPr>
          <p:cNvPr id="6" name="">
            <a:extLst xmlns:a="http://schemas.openxmlformats.org/drawingml/2006/main">
              <a:ext uri="{FF2B5EF4-FFF2-40B4-BE49-F238E27FC236}">
                <a16:creationId xmlns:a16="http://schemas.microsoft.com/office/drawing/2014/main" id="{9A5084FE-177C-4C18-88A8-7BAD1A62A0ED}"/>
              </a:ext>
            </a:extLst>
          </p:cNvPr>
          <p:cNvSpPr>
            <a:spLocks xmlns:a="http://schemas.openxmlformats.org/drawingml/2006/main" noGrp="1"/>
          </p:cNvSpPr>
          <p:nvPr/>
        </p:nvSpPr>
        <p:spPr>
          <a:xfrm xmlns:a="http://schemas.openxmlformats.org/drawingml/2006/main">
            <a:off x="8953500" y="3238500"/>
            <a:ext cx="2667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0283D"/>
                </a:solidFill>
                <a:latin typeface="DejaVu Sans"/>
                <a:ea typeface="DejaVu Sans"/>
                <a:cs typeface="DejaVu Sans"/>
              </a:defRPr>
            </a:defPPr>
            <a:lvl1pPr>
              <a:defRPr sz="1950" b="0">
                <a:solidFill>
                  <a:srgbClr val="10283D"/>
                </a:solidFill>
                <a:latin typeface="DejaVu Sans"/>
                <a:ea typeface="DejaVu Sans"/>
                <a:cs typeface="DejaVu Sans"/>
              </a:defRPr>
            </a:lvl1pPr>
            <a:lvl2pPr>
              <a:defRPr sz="1950" b="0">
                <a:solidFill>
                  <a:srgbClr val="10283D"/>
                </a:solidFill>
                <a:latin typeface="DejaVu Sans"/>
                <a:ea typeface="DejaVu Sans"/>
                <a:cs typeface="DejaVu Sans"/>
              </a:defRPr>
            </a:lvl2pPr>
            <a:lvl3pPr>
              <a:defRPr sz="1950" b="0">
                <a:solidFill>
                  <a:srgbClr val="10283D"/>
                </a:solidFill>
                <a:latin typeface="DejaVu Sans"/>
                <a:ea typeface="DejaVu Sans"/>
                <a:cs typeface="DejaVu Sans"/>
              </a:defRPr>
            </a:lvl3pPr>
            <a:lvl4pPr>
              <a:defRPr sz="1950" b="0">
                <a:solidFill>
                  <a:srgbClr val="10283D"/>
                </a:solidFill>
                <a:latin typeface="DejaVu Sans"/>
                <a:ea typeface="DejaVu Sans"/>
                <a:cs typeface="DejaVu Sans"/>
              </a:defRPr>
            </a:lvl4pPr>
            <a:lvl5pPr>
              <a:defRPr sz="1950" b="0">
                <a:solidFill>
                  <a:srgbClr val="10283D"/>
                </a:solidFill>
                <a:latin typeface="DejaVu Sans"/>
                <a:ea typeface="DejaVu Sans"/>
                <a:cs typeface="DejaVu Sans"/>
              </a:defRPr>
            </a:lvl5pPr>
            <a:lvl6pPr>
              <a:defRPr sz="1950" b="0">
                <a:solidFill>
                  <a:srgbClr val="10283D"/>
                </a:solidFill>
                <a:latin typeface="DejaVu Sans"/>
                <a:ea typeface="DejaVu Sans"/>
                <a:cs typeface="DejaVu Sans"/>
              </a:defRPr>
            </a:lvl6pPr>
            <a:lvl7pPr>
              <a:defRPr sz="1950" b="0">
                <a:solidFill>
                  <a:srgbClr val="10283D"/>
                </a:solidFill>
                <a:latin typeface="DejaVu Sans"/>
                <a:ea typeface="DejaVu Sans"/>
                <a:cs typeface="DejaVu Sans"/>
              </a:defRPr>
            </a:lvl7pPr>
            <a:lvl8pPr>
              <a:defRPr sz="1950" b="0">
                <a:solidFill>
                  <a:srgbClr val="10283D"/>
                </a:solidFill>
                <a:latin typeface="DejaVu Sans"/>
                <a:ea typeface="DejaVu Sans"/>
                <a:cs typeface="DejaVu Sans"/>
              </a:defRPr>
            </a:lvl8pPr>
            <a:lvl9pPr>
              <a:defRPr sz="1950" b="0">
                <a:solidFill>
                  <a:srgbClr val="10283D"/>
                </a:solidFill>
                <a:latin typeface="DejaVu Sans"/>
                <a:ea typeface="DejaVu Sans"/>
                <a:cs typeface="DejaVu Sans"/>
              </a:defRPr>
            </a:lvl9pPr>
          </a:lstStyle>
          <a:p xmlns:a="http://schemas.openxmlformats.org/drawingml/2006/main">
            <a:pPr>
              <a:defRPr sz="1950" b="0">
                <a:solidFill>
                  <a:srgbClr val="10283D"/>
                </a:solidFill>
                <a:latin typeface="DejaVu Sans"/>
                <a:ea typeface="DejaVu Sans"/>
                <a:cs typeface="DejaVu Sans"/>
              </a:defRPr>
            </a:pPr>
            <a:r>
              <a:rPr sz="1950" b="0">
                <a:solidFill>
                  <a:srgbClr val="10283D"/>
                </a:solidFill>
                <a:latin typeface="DejaVu Sans"/>
                <a:ea typeface="DejaVu Sans"/>
                <a:cs typeface="DejaVu Sans"/>
              </a:rPr>
              <a:t>Carbohydrate input</a:t>
            </a:r>
          </a:p>
          <a:p xmlns:a="http://schemas.openxmlformats.org/drawingml/2006/main">
            <a:pPr>
              <a:defRPr sz="1950" b="0">
                <a:solidFill>
                  <a:srgbClr val="10283D"/>
                </a:solidFill>
                <a:latin typeface="DejaVu Sans"/>
                <a:ea typeface="DejaVu Sans"/>
                <a:cs typeface="DejaVu Sans"/>
              </a:defRPr>
            </a:pPr>
            <a:r>
              <a:rPr sz="1950" b="0">
                <a:solidFill>
                  <a:srgbClr val="10283D"/>
                </a:solidFill>
                <a:latin typeface="DejaVu Sans"/>
                <a:ea typeface="DejaVu Sans"/>
                <a:cs typeface="DejaVu Sans"/>
              </a:rPr>
              <a:t>Activity duration</a:t>
            </a:r>
          </a:p>
          <a:p xmlns:a="http://schemas.openxmlformats.org/drawingml/2006/main">
            <a:pPr>
              <a:defRPr sz="1950" b="0">
                <a:solidFill>
                  <a:srgbClr val="10283D"/>
                </a:solidFill>
                <a:latin typeface="DejaVu Sans"/>
                <a:ea typeface="DejaVu Sans"/>
                <a:cs typeface="DejaVu Sans"/>
              </a:defRPr>
            </a:pPr>
            <a:r>
              <a:rPr sz="1950" b="0">
                <a:solidFill>
                  <a:srgbClr val="10283D"/>
                </a:solidFill>
                <a:latin typeface="DejaVu Sans"/>
                <a:ea typeface="DejaVu Sans"/>
                <a:cs typeface="DejaVu Sans"/>
              </a:rPr>
              <a:t>Response gain</a:t>
            </a:r>
          </a:p>
        </p:txBody>
      </p:sp>
      <p:sp>
        <p:nvSpPr>
          <p:cNvPr id="7" name="">
            <a:extLst xmlns:a="http://schemas.openxmlformats.org/drawingml/2006/main">
              <a:ext uri="{FF2B5EF4-FFF2-40B4-BE49-F238E27FC236}">
                <a16:creationId xmlns:a16="http://schemas.microsoft.com/office/drawing/2014/main" id="{B3F0B25B-ECB7-4AF4-BA69-1D3C02CD27BA}"/>
              </a:ext>
            </a:extLst>
          </p:cNvPr>
          <p:cNvSpPr>
            <a:spLocks xmlns:a="http://schemas.openxmlformats.org/drawingml/2006/main" noGrp="1"/>
          </p:cNvSpPr>
          <p:nvPr/>
        </p:nvSpPr>
        <p:spPr>
          <a:xfrm xmlns:a="http://schemas.openxmlformats.org/drawingml/2006/main">
            <a:off x="571500" y="5886450"/>
            <a:ext cx="11049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B36B15"/>
                </a:solidFill>
                <a:latin typeface="DejaVu Sans"/>
                <a:ea typeface="DejaVu Sans"/>
                <a:cs typeface="DejaVu Sans"/>
              </a:defRPr>
            </a:defPPr>
            <a:lvl1pPr>
              <a:defRPr sz="1800" b="1">
                <a:solidFill>
                  <a:srgbClr val="B36B15"/>
                </a:solidFill>
                <a:latin typeface="DejaVu Sans"/>
                <a:ea typeface="DejaVu Sans"/>
                <a:cs typeface="DejaVu Sans"/>
              </a:defRPr>
            </a:lvl1pPr>
            <a:lvl2pPr>
              <a:defRPr sz="1800" b="1">
                <a:solidFill>
                  <a:srgbClr val="B36B15"/>
                </a:solidFill>
                <a:latin typeface="DejaVu Sans"/>
                <a:ea typeface="DejaVu Sans"/>
                <a:cs typeface="DejaVu Sans"/>
              </a:defRPr>
            </a:lvl2pPr>
            <a:lvl3pPr>
              <a:defRPr sz="1800" b="1">
                <a:solidFill>
                  <a:srgbClr val="B36B15"/>
                </a:solidFill>
                <a:latin typeface="DejaVu Sans"/>
                <a:ea typeface="DejaVu Sans"/>
                <a:cs typeface="DejaVu Sans"/>
              </a:defRPr>
            </a:lvl3pPr>
            <a:lvl4pPr>
              <a:defRPr sz="1800" b="1">
                <a:solidFill>
                  <a:srgbClr val="B36B15"/>
                </a:solidFill>
                <a:latin typeface="DejaVu Sans"/>
                <a:ea typeface="DejaVu Sans"/>
                <a:cs typeface="DejaVu Sans"/>
              </a:defRPr>
            </a:lvl4pPr>
            <a:lvl5pPr>
              <a:defRPr sz="1800" b="1">
                <a:solidFill>
                  <a:srgbClr val="B36B15"/>
                </a:solidFill>
                <a:latin typeface="DejaVu Sans"/>
                <a:ea typeface="DejaVu Sans"/>
                <a:cs typeface="DejaVu Sans"/>
              </a:defRPr>
            </a:lvl5pPr>
            <a:lvl6pPr>
              <a:defRPr sz="1800" b="1">
                <a:solidFill>
                  <a:srgbClr val="B36B15"/>
                </a:solidFill>
                <a:latin typeface="DejaVu Sans"/>
                <a:ea typeface="DejaVu Sans"/>
                <a:cs typeface="DejaVu Sans"/>
              </a:defRPr>
            </a:lvl6pPr>
            <a:lvl7pPr>
              <a:defRPr sz="1800" b="1">
                <a:solidFill>
                  <a:srgbClr val="B36B15"/>
                </a:solidFill>
                <a:latin typeface="DejaVu Sans"/>
                <a:ea typeface="DejaVu Sans"/>
                <a:cs typeface="DejaVu Sans"/>
              </a:defRPr>
            </a:lvl7pPr>
            <a:lvl8pPr>
              <a:defRPr sz="1800" b="1">
                <a:solidFill>
                  <a:srgbClr val="B36B15"/>
                </a:solidFill>
                <a:latin typeface="DejaVu Sans"/>
                <a:ea typeface="DejaVu Sans"/>
                <a:cs typeface="DejaVu Sans"/>
              </a:defRPr>
            </a:lvl8pPr>
            <a:lvl9pPr>
              <a:defRPr sz="1800" b="1">
                <a:solidFill>
                  <a:srgbClr val="B36B15"/>
                </a:solidFill>
                <a:latin typeface="DejaVu Sans"/>
                <a:ea typeface="DejaVu Sans"/>
                <a:cs typeface="DejaVu Sans"/>
              </a:defRPr>
            </a:lvl9pPr>
          </a:lstStyle>
          <a:p xmlns:a="http://schemas.openxmlformats.org/drawingml/2006/main">
            <a:pPr>
              <a:defRPr sz="1800" b="1">
                <a:solidFill>
                  <a:srgbClr val="B36B15"/>
                </a:solidFill>
                <a:latin typeface="DejaVu Sans"/>
                <a:ea typeface="DejaVu Sans"/>
                <a:cs typeface="DejaVu Sans"/>
              </a:defRPr>
            </a:pPr>
            <a:r>
              <a:rPr sz="1800" b="1">
                <a:solidFill>
                  <a:srgbClr val="B36B15"/>
                </a:solidFill>
                <a:latin typeface="DejaVu Sans"/>
                <a:ea typeface="DejaVu Sans"/>
                <a:cs typeface="DejaVu Sans"/>
              </a:rPr>
              <a:t>Synthetic curves are excluded from the real-data evaluation.</a:t>
            </a:r>
          </a:p>
        </p:txBody>
      </p:sp>
    </p:spTree>
    <p:extLst>
      <p:ext uri="{BB962C8B-B14F-4D97-AF65-F5344CB8AC3E}">
        <p14:creationId xmlns:p14="http://schemas.microsoft.com/office/powerpoint/2010/main" val="214308380"/>
      </p:ext>
    </p:extLst>
  </p:cSld>
</p:sld>
</file>

<file path=ppt/slides/slide12.xml><?xml version="1.0" encoding="utf-8"?>
<p:sld xmlns:p="http://schemas.openxmlformats.org/presentationml/2006/main">
  <p:cSld>
    <p:bg>
      <p:bgPr>
        <a:solidFill xmlns:a="http://schemas.openxmlformats.org/drawingml/2006/main">
          <a:srgbClr val="F5F8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800E53B-9C44-482E-B801-466F2FF3E17A}"/>
              </a:ext>
            </a:extLst>
          </p:cNvPr>
          <p:cNvSpPr>
            <a:spLocks xmlns:a="http://schemas.openxmlformats.org/drawingml/2006/main" noGrp="1"/>
          </p:cNvSpPr>
          <p:nvPr/>
        </p:nvSpPr>
        <p:spPr>
          <a:xfrm xmlns:a="http://schemas.openxmlformats.org/drawingml/2006/main">
            <a:off x="571500" y="400050"/>
            <a:ext cx="11049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150" b="1">
                <a:solidFill>
                  <a:srgbClr val="10283D"/>
                </a:solidFill>
                <a:latin typeface="DejaVu Sans"/>
                <a:ea typeface="DejaVu Sans"/>
                <a:cs typeface="DejaVu Sans"/>
              </a:defRPr>
            </a:defPPr>
            <a:lvl1pPr>
              <a:defRPr sz="3150" b="1">
                <a:solidFill>
                  <a:srgbClr val="10283D"/>
                </a:solidFill>
                <a:latin typeface="DejaVu Sans"/>
                <a:ea typeface="DejaVu Sans"/>
                <a:cs typeface="DejaVu Sans"/>
              </a:defRPr>
            </a:lvl1pPr>
            <a:lvl2pPr>
              <a:defRPr sz="3150" b="1">
                <a:solidFill>
                  <a:srgbClr val="10283D"/>
                </a:solidFill>
                <a:latin typeface="DejaVu Sans"/>
                <a:ea typeface="DejaVu Sans"/>
                <a:cs typeface="DejaVu Sans"/>
              </a:defRPr>
            </a:lvl2pPr>
            <a:lvl3pPr>
              <a:defRPr sz="3150" b="1">
                <a:solidFill>
                  <a:srgbClr val="10283D"/>
                </a:solidFill>
                <a:latin typeface="DejaVu Sans"/>
                <a:ea typeface="DejaVu Sans"/>
                <a:cs typeface="DejaVu Sans"/>
              </a:defRPr>
            </a:lvl3pPr>
            <a:lvl4pPr>
              <a:defRPr sz="3150" b="1">
                <a:solidFill>
                  <a:srgbClr val="10283D"/>
                </a:solidFill>
                <a:latin typeface="DejaVu Sans"/>
                <a:ea typeface="DejaVu Sans"/>
                <a:cs typeface="DejaVu Sans"/>
              </a:defRPr>
            </a:lvl4pPr>
            <a:lvl5pPr>
              <a:defRPr sz="3150" b="1">
                <a:solidFill>
                  <a:srgbClr val="10283D"/>
                </a:solidFill>
                <a:latin typeface="DejaVu Sans"/>
                <a:ea typeface="DejaVu Sans"/>
                <a:cs typeface="DejaVu Sans"/>
              </a:defRPr>
            </a:lvl5pPr>
            <a:lvl6pPr>
              <a:defRPr sz="3150" b="1">
                <a:solidFill>
                  <a:srgbClr val="10283D"/>
                </a:solidFill>
                <a:latin typeface="DejaVu Sans"/>
                <a:ea typeface="DejaVu Sans"/>
                <a:cs typeface="DejaVu Sans"/>
              </a:defRPr>
            </a:lvl6pPr>
            <a:lvl7pPr>
              <a:defRPr sz="3150" b="1">
                <a:solidFill>
                  <a:srgbClr val="10283D"/>
                </a:solidFill>
                <a:latin typeface="DejaVu Sans"/>
                <a:ea typeface="DejaVu Sans"/>
                <a:cs typeface="DejaVu Sans"/>
              </a:defRPr>
            </a:lvl7pPr>
            <a:lvl8pPr>
              <a:defRPr sz="3150" b="1">
                <a:solidFill>
                  <a:srgbClr val="10283D"/>
                </a:solidFill>
                <a:latin typeface="DejaVu Sans"/>
                <a:ea typeface="DejaVu Sans"/>
                <a:cs typeface="DejaVu Sans"/>
              </a:defRPr>
            </a:lvl8pPr>
            <a:lvl9pPr>
              <a:defRPr sz="3150" b="1">
                <a:solidFill>
                  <a:srgbClr val="10283D"/>
                </a:solidFill>
                <a:latin typeface="DejaVu Sans"/>
                <a:ea typeface="DejaVu Sans"/>
                <a:cs typeface="DejaVu Sans"/>
              </a:defRPr>
            </a:lvl9pPr>
          </a:lstStyle>
          <a:p xmlns:a="http://schemas.openxmlformats.org/drawingml/2006/main">
            <a:pPr>
              <a:defRPr sz="3150" b="1">
                <a:solidFill>
                  <a:srgbClr val="10283D"/>
                </a:solidFill>
                <a:latin typeface="DejaVu Sans"/>
                <a:ea typeface="DejaVu Sans"/>
                <a:cs typeface="DejaVu Sans"/>
              </a:defRPr>
            </a:pPr>
            <a:r>
              <a:rPr sz="3150" b="1">
                <a:solidFill>
                  <a:srgbClr val="10283D"/>
                </a:solidFill>
                <a:latin typeface="DejaVu Sans"/>
                <a:ea typeface="DejaVu Sans"/>
                <a:cs typeface="DejaVu Sans"/>
              </a:rPr>
              <a:t>India deployment is a validation pathway</a:t>
            </a:r>
          </a:p>
        </p:txBody>
      </p:sp>
      <p:sp>
        <p:nvSpPr>
          <p:cNvPr id="2" name="">
            <a:extLst xmlns:a="http://schemas.openxmlformats.org/drawingml/2006/main">
              <a:ext uri="{FF2B5EF4-FFF2-40B4-BE49-F238E27FC236}">
                <a16:creationId xmlns:a16="http://schemas.microsoft.com/office/drawing/2014/main" id="{12AA1CB3-50F3-4D81-8B21-AB1373857DDC}"/>
              </a:ext>
            </a:extLst>
          </p:cNvPr>
          <p:cNvSpPr>
            <a:spLocks xmlns:a="http://schemas.openxmlformats.org/drawingml/2006/main" noGrp="1"/>
          </p:cNvSpPr>
          <p:nvPr/>
        </p:nvSpPr>
        <p:spPr>
          <a:xfrm xmlns:a="http://schemas.openxmlformats.org/drawingml/2006/main">
            <a:off x="571500" y="6448425"/>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9717F"/>
                </a:solidFill>
                <a:latin typeface="DejaVu Sans"/>
                <a:ea typeface="DejaVu Sans"/>
                <a:cs typeface="DejaVu Sans"/>
              </a:defRPr>
            </a:defPPr>
            <a:lvl1pPr>
              <a:defRPr sz="1050" b="0">
                <a:solidFill>
                  <a:srgbClr val="59717F"/>
                </a:solidFill>
                <a:latin typeface="DejaVu Sans"/>
                <a:ea typeface="DejaVu Sans"/>
                <a:cs typeface="DejaVu Sans"/>
              </a:defRPr>
            </a:lvl1pPr>
            <a:lvl2pPr>
              <a:defRPr sz="1050" b="0">
                <a:solidFill>
                  <a:srgbClr val="59717F"/>
                </a:solidFill>
                <a:latin typeface="DejaVu Sans"/>
                <a:ea typeface="DejaVu Sans"/>
                <a:cs typeface="DejaVu Sans"/>
              </a:defRPr>
            </a:lvl2pPr>
            <a:lvl3pPr>
              <a:defRPr sz="1050" b="0">
                <a:solidFill>
                  <a:srgbClr val="59717F"/>
                </a:solidFill>
                <a:latin typeface="DejaVu Sans"/>
                <a:ea typeface="DejaVu Sans"/>
                <a:cs typeface="DejaVu Sans"/>
              </a:defRPr>
            </a:lvl3pPr>
            <a:lvl4pPr>
              <a:defRPr sz="1050" b="0">
                <a:solidFill>
                  <a:srgbClr val="59717F"/>
                </a:solidFill>
                <a:latin typeface="DejaVu Sans"/>
                <a:ea typeface="DejaVu Sans"/>
                <a:cs typeface="DejaVu Sans"/>
              </a:defRPr>
            </a:lvl4pPr>
            <a:lvl5pPr>
              <a:defRPr sz="1050" b="0">
                <a:solidFill>
                  <a:srgbClr val="59717F"/>
                </a:solidFill>
                <a:latin typeface="DejaVu Sans"/>
                <a:ea typeface="DejaVu Sans"/>
                <a:cs typeface="DejaVu Sans"/>
              </a:defRPr>
            </a:lvl5pPr>
            <a:lvl6pPr>
              <a:defRPr sz="1050" b="0">
                <a:solidFill>
                  <a:srgbClr val="59717F"/>
                </a:solidFill>
                <a:latin typeface="DejaVu Sans"/>
                <a:ea typeface="DejaVu Sans"/>
                <a:cs typeface="DejaVu Sans"/>
              </a:defRPr>
            </a:lvl6pPr>
            <a:lvl7pPr>
              <a:defRPr sz="1050" b="0">
                <a:solidFill>
                  <a:srgbClr val="59717F"/>
                </a:solidFill>
                <a:latin typeface="DejaVu Sans"/>
                <a:ea typeface="DejaVu Sans"/>
                <a:cs typeface="DejaVu Sans"/>
              </a:defRPr>
            </a:lvl7pPr>
            <a:lvl8pPr>
              <a:defRPr sz="1050" b="0">
                <a:solidFill>
                  <a:srgbClr val="59717F"/>
                </a:solidFill>
                <a:latin typeface="DejaVu Sans"/>
                <a:ea typeface="DejaVu Sans"/>
                <a:cs typeface="DejaVu Sans"/>
              </a:defRPr>
            </a:lvl8pPr>
            <a:lvl9pPr>
              <a:defRPr sz="1050" b="0">
                <a:solidFill>
                  <a:srgbClr val="59717F"/>
                </a:solidFill>
                <a:latin typeface="DejaVu Sans"/>
                <a:ea typeface="DejaVu Sans"/>
                <a:cs typeface="DejaVu Sans"/>
              </a:defRPr>
            </a:lvl9pPr>
          </a:lstStyle>
          <a:p xmlns:a="http://schemas.openxmlformats.org/drawingml/2006/main">
            <a:pPr>
              <a:defRPr sz="1050" b="0">
                <a:solidFill>
                  <a:srgbClr val="59717F"/>
                </a:solidFill>
                <a:latin typeface="DejaVu Sans"/>
                <a:ea typeface="DejaVu Sans"/>
                <a:cs typeface="DejaVu Sans"/>
              </a:defRPr>
            </a:pPr>
            <a:r>
              <a:rPr sz="1050" b="0">
                <a:solidFill>
                  <a:srgbClr val="59717F"/>
                </a:solidFill>
                <a:latin typeface="DejaVu Sans"/>
                <a:ea typeface="DejaVu Sans"/>
                <a:cs typeface="DejaVu Sans"/>
              </a:rPr>
              <a:t>TEAM PRODUCT  /  IIT KANPUR</a:t>
            </a:r>
          </a:p>
        </p:txBody>
      </p:sp>
      <p:sp>
        <p:nvSpPr>
          <p:cNvPr id="3" name="">
            <a:extLst xmlns:a="http://schemas.openxmlformats.org/drawingml/2006/main">
              <a:ext uri="{FF2B5EF4-FFF2-40B4-BE49-F238E27FC236}">
                <a16:creationId xmlns:a16="http://schemas.microsoft.com/office/drawing/2014/main" id="{59E64298-4C11-4241-83E1-DC3ED25B0212}"/>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9717F"/>
                </a:solidFill>
                <a:latin typeface="DejaVu Sans"/>
                <a:ea typeface="DejaVu Sans"/>
                <a:cs typeface="DejaVu Sans"/>
              </a:defRPr>
            </a:defPPr>
            <a:lvl1pPr>
              <a:defRPr sz="1050" b="0">
                <a:solidFill>
                  <a:srgbClr val="59717F"/>
                </a:solidFill>
                <a:latin typeface="DejaVu Sans"/>
                <a:ea typeface="DejaVu Sans"/>
                <a:cs typeface="DejaVu Sans"/>
              </a:defRPr>
            </a:lvl1pPr>
            <a:lvl2pPr>
              <a:defRPr sz="1050" b="0">
                <a:solidFill>
                  <a:srgbClr val="59717F"/>
                </a:solidFill>
                <a:latin typeface="DejaVu Sans"/>
                <a:ea typeface="DejaVu Sans"/>
                <a:cs typeface="DejaVu Sans"/>
              </a:defRPr>
            </a:lvl2pPr>
            <a:lvl3pPr>
              <a:defRPr sz="1050" b="0">
                <a:solidFill>
                  <a:srgbClr val="59717F"/>
                </a:solidFill>
                <a:latin typeface="DejaVu Sans"/>
                <a:ea typeface="DejaVu Sans"/>
                <a:cs typeface="DejaVu Sans"/>
              </a:defRPr>
            </a:lvl3pPr>
            <a:lvl4pPr>
              <a:defRPr sz="1050" b="0">
                <a:solidFill>
                  <a:srgbClr val="59717F"/>
                </a:solidFill>
                <a:latin typeface="DejaVu Sans"/>
                <a:ea typeface="DejaVu Sans"/>
                <a:cs typeface="DejaVu Sans"/>
              </a:defRPr>
            </a:lvl4pPr>
            <a:lvl5pPr>
              <a:defRPr sz="1050" b="0">
                <a:solidFill>
                  <a:srgbClr val="59717F"/>
                </a:solidFill>
                <a:latin typeface="DejaVu Sans"/>
                <a:ea typeface="DejaVu Sans"/>
                <a:cs typeface="DejaVu Sans"/>
              </a:defRPr>
            </a:lvl5pPr>
            <a:lvl6pPr>
              <a:defRPr sz="1050" b="0">
                <a:solidFill>
                  <a:srgbClr val="59717F"/>
                </a:solidFill>
                <a:latin typeface="DejaVu Sans"/>
                <a:ea typeface="DejaVu Sans"/>
                <a:cs typeface="DejaVu Sans"/>
              </a:defRPr>
            </a:lvl6pPr>
            <a:lvl7pPr>
              <a:defRPr sz="1050" b="0">
                <a:solidFill>
                  <a:srgbClr val="59717F"/>
                </a:solidFill>
                <a:latin typeface="DejaVu Sans"/>
                <a:ea typeface="DejaVu Sans"/>
                <a:cs typeface="DejaVu Sans"/>
              </a:defRPr>
            </a:lvl7pPr>
            <a:lvl8pPr>
              <a:defRPr sz="1050" b="0">
                <a:solidFill>
                  <a:srgbClr val="59717F"/>
                </a:solidFill>
                <a:latin typeface="DejaVu Sans"/>
                <a:ea typeface="DejaVu Sans"/>
                <a:cs typeface="DejaVu Sans"/>
              </a:defRPr>
            </a:lvl8pPr>
            <a:lvl9pPr>
              <a:defRPr sz="1050" b="0">
                <a:solidFill>
                  <a:srgbClr val="59717F"/>
                </a:solidFill>
                <a:latin typeface="DejaVu Sans"/>
                <a:ea typeface="DejaVu Sans"/>
                <a:cs typeface="DejaVu Sans"/>
              </a:defRPr>
            </a:lvl9pPr>
          </a:lstStyle>
          <a:p xmlns:a="http://schemas.openxmlformats.org/drawingml/2006/main">
            <a:pPr>
              <a:defRPr sz="1050" b="0">
                <a:solidFill>
                  <a:srgbClr val="59717F"/>
                </a:solidFill>
                <a:latin typeface="DejaVu Sans"/>
                <a:ea typeface="DejaVu Sans"/>
                <a:cs typeface="DejaVu Sans"/>
              </a:defRPr>
            </a:pPr>
            <a:r>
              <a:rPr sz="1050" b="0">
                <a:solidFill>
                  <a:srgbClr val="59717F"/>
                </a:solidFill>
                <a:latin typeface="DejaVu Sans"/>
                <a:ea typeface="DejaVu Sans"/>
                <a:cs typeface="DejaVu Sans"/>
              </a:rPr>
              <a:t>12</a:t>
            </a:r>
          </a:p>
        </p:txBody>
      </p:sp>
      <p:sp>
        <p:nvSpPr>
          <p:cNvPr id="4" name="">
            <a:extLst xmlns:a="http://schemas.openxmlformats.org/drawingml/2006/main">
              <a:ext uri="{FF2B5EF4-FFF2-40B4-BE49-F238E27FC236}">
                <a16:creationId xmlns:a16="http://schemas.microsoft.com/office/drawing/2014/main" id="{69D0F787-F56B-4ADA-997A-08FB2C501976}"/>
              </a:ext>
            </a:extLst>
          </p:cNvPr>
          <p:cNvSpPr>
            <a:spLocks xmlns:a="http://schemas.openxmlformats.org/drawingml/2006/main" noGrp="1"/>
          </p:cNvSpPr>
          <p:nvPr/>
        </p:nvSpPr>
        <p:spPr>
          <a:xfrm xmlns:a="http://schemas.openxmlformats.org/drawingml/2006/main">
            <a:off x="571500" y="1571625"/>
            <a:ext cx="11049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087F8C"/>
                </a:solidFill>
                <a:latin typeface="DejaVu Sans"/>
                <a:ea typeface="DejaVu Sans"/>
                <a:cs typeface="DejaVu Sans"/>
              </a:defRPr>
            </a:defPPr>
            <a:lvl1pPr>
              <a:defRPr sz="2175" b="1">
                <a:solidFill>
                  <a:srgbClr val="087F8C"/>
                </a:solidFill>
                <a:latin typeface="DejaVu Sans"/>
                <a:ea typeface="DejaVu Sans"/>
                <a:cs typeface="DejaVu Sans"/>
              </a:defRPr>
            </a:lvl1pPr>
            <a:lvl2pPr>
              <a:defRPr sz="2175" b="1">
                <a:solidFill>
                  <a:srgbClr val="087F8C"/>
                </a:solidFill>
                <a:latin typeface="DejaVu Sans"/>
                <a:ea typeface="DejaVu Sans"/>
                <a:cs typeface="DejaVu Sans"/>
              </a:defRPr>
            </a:lvl2pPr>
            <a:lvl3pPr>
              <a:defRPr sz="2175" b="1">
                <a:solidFill>
                  <a:srgbClr val="087F8C"/>
                </a:solidFill>
                <a:latin typeface="DejaVu Sans"/>
                <a:ea typeface="DejaVu Sans"/>
                <a:cs typeface="DejaVu Sans"/>
              </a:defRPr>
            </a:lvl3pPr>
            <a:lvl4pPr>
              <a:defRPr sz="2175" b="1">
                <a:solidFill>
                  <a:srgbClr val="087F8C"/>
                </a:solidFill>
                <a:latin typeface="DejaVu Sans"/>
                <a:ea typeface="DejaVu Sans"/>
                <a:cs typeface="DejaVu Sans"/>
              </a:defRPr>
            </a:lvl4pPr>
            <a:lvl5pPr>
              <a:defRPr sz="2175" b="1">
                <a:solidFill>
                  <a:srgbClr val="087F8C"/>
                </a:solidFill>
                <a:latin typeface="DejaVu Sans"/>
                <a:ea typeface="DejaVu Sans"/>
                <a:cs typeface="DejaVu Sans"/>
              </a:defRPr>
            </a:lvl5pPr>
            <a:lvl6pPr>
              <a:defRPr sz="2175" b="1">
                <a:solidFill>
                  <a:srgbClr val="087F8C"/>
                </a:solidFill>
                <a:latin typeface="DejaVu Sans"/>
                <a:ea typeface="DejaVu Sans"/>
                <a:cs typeface="DejaVu Sans"/>
              </a:defRPr>
            </a:lvl6pPr>
            <a:lvl7pPr>
              <a:defRPr sz="2175" b="1">
                <a:solidFill>
                  <a:srgbClr val="087F8C"/>
                </a:solidFill>
                <a:latin typeface="DejaVu Sans"/>
                <a:ea typeface="DejaVu Sans"/>
                <a:cs typeface="DejaVu Sans"/>
              </a:defRPr>
            </a:lvl7pPr>
            <a:lvl8pPr>
              <a:defRPr sz="2175" b="1">
                <a:solidFill>
                  <a:srgbClr val="087F8C"/>
                </a:solidFill>
                <a:latin typeface="DejaVu Sans"/>
                <a:ea typeface="DejaVu Sans"/>
                <a:cs typeface="DejaVu Sans"/>
              </a:defRPr>
            </a:lvl8pPr>
            <a:lvl9pPr>
              <a:defRPr sz="2175" b="1">
                <a:solidFill>
                  <a:srgbClr val="087F8C"/>
                </a:solidFill>
                <a:latin typeface="DejaVu Sans"/>
                <a:ea typeface="DejaVu Sans"/>
                <a:cs typeface="DejaVu Sans"/>
              </a:defRPr>
            </a:lvl9pPr>
          </a:lstStyle>
          <a:p xmlns:a="http://schemas.openxmlformats.org/drawingml/2006/main">
            <a:pPr>
              <a:defRPr sz="2175" b="1">
                <a:solidFill>
                  <a:srgbClr val="087F8C"/>
                </a:solidFill>
                <a:latin typeface="DejaVu Sans"/>
                <a:ea typeface="DejaVu Sans"/>
                <a:cs typeface="DejaVu Sans"/>
              </a:defRPr>
            </a:pPr>
            <a:r>
              <a:rPr sz="2175" b="1">
                <a:solidFill>
                  <a:srgbClr val="087F8C"/>
                </a:solidFill>
                <a:latin typeface="DejaVu Sans"/>
                <a:ea typeface="DejaVu Sans"/>
                <a:cs typeface="DejaVu Sans"/>
              </a:rPr>
              <a:t>01  Native data</a:t>
            </a:r>
          </a:p>
        </p:txBody>
      </p:sp>
      <p:sp>
        <p:nvSpPr>
          <p:cNvPr id="5" name="">
            <a:extLst xmlns:a="http://schemas.openxmlformats.org/drawingml/2006/main">
              <a:ext uri="{FF2B5EF4-FFF2-40B4-BE49-F238E27FC236}">
                <a16:creationId xmlns:a16="http://schemas.microsoft.com/office/drawing/2014/main" id="{ECF59460-6F24-4475-B0EF-A3E002441227}"/>
              </a:ext>
            </a:extLst>
          </p:cNvPr>
          <p:cNvSpPr>
            <a:spLocks xmlns:a="http://schemas.openxmlformats.org/drawingml/2006/main" noGrp="1"/>
          </p:cNvSpPr>
          <p:nvPr/>
        </p:nvSpPr>
        <p:spPr>
          <a:xfrm xmlns:a="http://schemas.openxmlformats.org/drawingml/2006/main">
            <a:off x="571500" y="1933575"/>
            <a:ext cx="110490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59717F"/>
                </a:solidFill>
                <a:latin typeface="DejaVu Sans"/>
                <a:ea typeface="DejaVu Sans"/>
                <a:cs typeface="DejaVu Sans"/>
              </a:defRPr>
            </a:defPPr>
            <a:lvl1pPr>
              <a:defRPr sz="1875" b="0">
                <a:solidFill>
                  <a:srgbClr val="59717F"/>
                </a:solidFill>
                <a:latin typeface="DejaVu Sans"/>
                <a:ea typeface="DejaVu Sans"/>
                <a:cs typeface="DejaVu Sans"/>
              </a:defRPr>
            </a:lvl1pPr>
            <a:lvl2pPr>
              <a:defRPr sz="1875" b="0">
                <a:solidFill>
                  <a:srgbClr val="59717F"/>
                </a:solidFill>
                <a:latin typeface="DejaVu Sans"/>
                <a:ea typeface="DejaVu Sans"/>
                <a:cs typeface="DejaVu Sans"/>
              </a:defRPr>
            </a:lvl2pPr>
            <a:lvl3pPr>
              <a:defRPr sz="1875" b="0">
                <a:solidFill>
                  <a:srgbClr val="59717F"/>
                </a:solidFill>
                <a:latin typeface="DejaVu Sans"/>
                <a:ea typeface="DejaVu Sans"/>
                <a:cs typeface="DejaVu Sans"/>
              </a:defRPr>
            </a:lvl3pPr>
            <a:lvl4pPr>
              <a:defRPr sz="1875" b="0">
                <a:solidFill>
                  <a:srgbClr val="59717F"/>
                </a:solidFill>
                <a:latin typeface="DejaVu Sans"/>
                <a:ea typeface="DejaVu Sans"/>
                <a:cs typeface="DejaVu Sans"/>
              </a:defRPr>
            </a:lvl4pPr>
            <a:lvl5pPr>
              <a:defRPr sz="1875" b="0">
                <a:solidFill>
                  <a:srgbClr val="59717F"/>
                </a:solidFill>
                <a:latin typeface="DejaVu Sans"/>
                <a:ea typeface="DejaVu Sans"/>
                <a:cs typeface="DejaVu Sans"/>
              </a:defRPr>
            </a:lvl5pPr>
            <a:lvl6pPr>
              <a:defRPr sz="1875" b="0">
                <a:solidFill>
                  <a:srgbClr val="59717F"/>
                </a:solidFill>
                <a:latin typeface="DejaVu Sans"/>
                <a:ea typeface="DejaVu Sans"/>
                <a:cs typeface="DejaVu Sans"/>
              </a:defRPr>
            </a:lvl6pPr>
            <a:lvl7pPr>
              <a:defRPr sz="1875" b="0">
                <a:solidFill>
                  <a:srgbClr val="59717F"/>
                </a:solidFill>
                <a:latin typeface="DejaVu Sans"/>
                <a:ea typeface="DejaVu Sans"/>
                <a:cs typeface="DejaVu Sans"/>
              </a:defRPr>
            </a:lvl7pPr>
            <a:lvl8pPr>
              <a:defRPr sz="1875" b="0">
                <a:solidFill>
                  <a:srgbClr val="59717F"/>
                </a:solidFill>
                <a:latin typeface="DejaVu Sans"/>
                <a:ea typeface="DejaVu Sans"/>
                <a:cs typeface="DejaVu Sans"/>
              </a:defRPr>
            </a:lvl8pPr>
            <a:lvl9pPr>
              <a:defRPr sz="1875" b="0">
                <a:solidFill>
                  <a:srgbClr val="59717F"/>
                </a:solidFill>
                <a:latin typeface="DejaVu Sans"/>
                <a:ea typeface="DejaVu Sans"/>
                <a:cs typeface="DejaVu Sans"/>
              </a:defRPr>
            </a:lvl9pPr>
          </a:lstStyle>
          <a:p xmlns:a="http://schemas.openxmlformats.org/drawingml/2006/main">
            <a:pPr>
              <a:defRPr sz="1875" b="0">
                <a:solidFill>
                  <a:srgbClr val="59717F"/>
                </a:solidFill>
                <a:latin typeface="DejaVu Sans"/>
                <a:ea typeface="DejaVu Sans"/>
                <a:cs typeface="DejaVu Sans"/>
              </a:defRPr>
            </a:pPr>
            <a:r>
              <a:rPr sz="1875" b="0">
                <a:solidFill>
                  <a:srgbClr val="59717F"/>
                </a:solidFill>
                <a:latin typeface="DejaVu Sans"/>
                <a:ea typeface="DejaVu Sans"/>
                <a:cs typeface="DejaVu Sans"/>
              </a:rPr>
              <a:t>Obtain appropriately governed CGM exports and matched Indian clinical records.</a:t>
            </a:r>
          </a:p>
        </p:txBody>
      </p:sp>
      <p:sp>
        <p:nvSpPr>
          <p:cNvPr id="6" name="">
            <a:extLst xmlns:a="http://schemas.openxmlformats.org/drawingml/2006/main">
              <a:ext uri="{FF2B5EF4-FFF2-40B4-BE49-F238E27FC236}">
                <a16:creationId xmlns:a16="http://schemas.microsoft.com/office/drawing/2014/main" id="{B8564D69-75AD-4BE3-B1B3-88C831829B4B}"/>
              </a:ext>
            </a:extLst>
          </p:cNvPr>
          <p:cNvSpPr>
            <a:spLocks xmlns:a="http://schemas.openxmlformats.org/drawingml/2006/main" noGrp="1"/>
          </p:cNvSpPr>
          <p:nvPr/>
        </p:nvSpPr>
        <p:spPr>
          <a:xfrm xmlns:a="http://schemas.openxmlformats.org/drawingml/2006/main">
            <a:off x="571500" y="2647950"/>
            <a:ext cx="11049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087F8C"/>
                </a:solidFill>
                <a:latin typeface="DejaVu Sans"/>
                <a:ea typeface="DejaVu Sans"/>
                <a:cs typeface="DejaVu Sans"/>
              </a:defRPr>
            </a:defPPr>
            <a:lvl1pPr>
              <a:defRPr sz="2175" b="1">
                <a:solidFill>
                  <a:srgbClr val="087F8C"/>
                </a:solidFill>
                <a:latin typeface="DejaVu Sans"/>
                <a:ea typeface="DejaVu Sans"/>
                <a:cs typeface="DejaVu Sans"/>
              </a:defRPr>
            </a:lvl1pPr>
            <a:lvl2pPr>
              <a:defRPr sz="2175" b="1">
                <a:solidFill>
                  <a:srgbClr val="087F8C"/>
                </a:solidFill>
                <a:latin typeface="DejaVu Sans"/>
                <a:ea typeface="DejaVu Sans"/>
                <a:cs typeface="DejaVu Sans"/>
              </a:defRPr>
            </a:lvl2pPr>
            <a:lvl3pPr>
              <a:defRPr sz="2175" b="1">
                <a:solidFill>
                  <a:srgbClr val="087F8C"/>
                </a:solidFill>
                <a:latin typeface="DejaVu Sans"/>
                <a:ea typeface="DejaVu Sans"/>
                <a:cs typeface="DejaVu Sans"/>
              </a:defRPr>
            </a:lvl3pPr>
            <a:lvl4pPr>
              <a:defRPr sz="2175" b="1">
                <a:solidFill>
                  <a:srgbClr val="087F8C"/>
                </a:solidFill>
                <a:latin typeface="DejaVu Sans"/>
                <a:ea typeface="DejaVu Sans"/>
                <a:cs typeface="DejaVu Sans"/>
              </a:defRPr>
            </a:lvl4pPr>
            <a:lvl5pPr>
              <a:defRPr sz="2175" b="1">
                <a:solidFill>
                  <a:srgbClr val="087F8C"/>
                </a:solidFill>
                <a:latin typeface="DejaVu Sans"/>
                <a:ea typeface="DejaVu Sans"/>
                <a:cs typeface="DejaVu Sans"/>
              </a:defRPr>
            </a:lvl5pPr>
            <a:lvl6pPr>
              <a:defRPr sz="2175" b="1">
                <a:solidFill>
                  <a:srgbClr val="087F8C"/>
                </a:solidFill>
                <a:latin typeface="DejaVu Sans"/>
                <a:ea typeface="DejaVu Sans"/>
                <a:cs typeface="DejaVu Sans"/>
              </a:defRPr>
            </a:lvl6pPr>
            <a:lvl7pPr>
              <a:defRPr sz="2175" b="1">
                <a:solidFill>
                  <a:srgbClr val="087F8C"/>
                </a:solidFill>
                <a:latin typeface="DejaVu Sans"/>
                <a:ea typeface="DejaVu Sans"/>
                <a:cs typeface="DejaVu Sans"/>
              </a:defRPr>
            </a:lvl7pPr>
            <a:lvl8pPr>
              <a:defRPr sz="2175" b="1">
                <a:solidFill>
                  <a:srgbClr val="087F8C"/>
                </a:solidFill>
                <a:latin typeface="DejaVu Sans"/>
                <a:ea typeface="DejaVu Sans"/>
                <a:cs typeface="DejaVu Sans"/>
              </a:defRPr>
            </a:lvl8pPr>
            <a:lvl9pPr>
              <a:defRPr sz="2175" b="1">
                <a:solidFill>
                  <a:srgbClr val="087F8C"/>
                </a:solidFill>
                <a:latin typeface="DejaVu Sans"/>
                <a:ea typeface="DejaVu Sans"/>
                <a:cs typeface="DejaVu Sans"/>
              </a:defRPr>
            </a:lvl9pPr>
          </a:lstStyle>
          <a:p xmlns:a="http://schemas.openxmlformats.org/drawingml/2006/main">
            <a:pPr>
              <a:defRPr sz="2175" b="1">
                <a:solidFill>
                  <a:srgbClr val="087F8C"/>
                </a:solidFill>
                <a:latin typeface="DejaVu Sans"/>
                <a:ea typeface="DejaVu Sans"/>
                <a:cs typeface="DejaVu Sans"/>
              </a:defRPr>
            </a:pPr>
            <a:r>
              <a:rPr sz="2175" b="1">
                <a:solidFill>
                  <a:srgbClr val="087F8C"/>
                </a:solidFill>
                <a:latin typeface="DejaVu Sans"/>
                <a:ea typeface="DejaVu Sans"/>
                <a:cs typeface="DejaVu Sans"/>
              </a:rPr>
              <a:t>02  External validation</a:t>
            </a:r>
          </a:p>
        </p:txBody>
      </p:sp>
      <p:sp>
        <p:nvSpPr>
          <p:cNvPr id="7" name="">
            <a:extLst xmlns:a="http://schemas.openxmlformats.org/drawingml/2006/main">
              <a:ext uri="{FF2B5EF4-FFF2-40B4-BE49-F238E27FC236}">
                <a16:creationId xmlns:a16="http://schemas.microsoft.com/office/drawing/2014/main" id="{8C55CD4D-3294-4EFA-8AB5-791C1B9E12D6}"/>
              </a:ext>
            </a:extLst>
          </p:cNvPr>
          <p:cNvSpPr>
            <a:spLocks xmlns:a="http://schemas.openxmlformats.org/drawingml/2006/main" noGrp="1"/>
          </p:cNvSpPr>
          <p:nvPr/>
        </p:nvSpPr>
        <p:spPr>
          <a:xfrm xmlns:a="http://schemas.openxmlformats.org/drawingml/2006/main">
            <a:off x="571500" y="3009900"/>
            <a:ext cx="110490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59717F"/>
                </a:solidFill>
                <a:latin typeface="DejaVu Sans"/>
                <a:ea typeface="DejaVu Sans"/>
                <a:cs typeface="DejaVu Sans"/>
              </a:defRPr>
            </a:defPPr>
            <a:lvl1pPr>
              <a:defRPr sz="1875" b="0">
                <a:solidFill>
                  <a:srgbClr val="59717F"/>
                </a:solidFill>
                <a:latin typeface="DejaVu Sans"/>
                <a:ea typeface="DejaVu Sans"/>
                <a:cs typeface="DejaVu Sans"/>
              </a:defRPr>
            </a:lvl1pPr>
            <a:lvl2pPr>
              <a:defRPr sz="1875" b="0">
                <a:solidFill>
                  <a:srgbClr val="59717F"/>
                </a:solidFill>
                <a:latin typeface="DejaVu Sans"/>
                <a:ea typeface="DejaVu Sans"/>
                <a:cs typeface="DejaVu Sans"/>
              </a:defRPr>
            </a:lvl2pPr>
            <a:lvl3pPr>
              <a:defRPr sz="1875" b="0">
                <a:solidFill>
                  <a:srgbClr val="59717F"/>
                </a:solidFill>
                <a:latin typeface="DejaVu Sans"/>
                <a:ea typeface="DejaVu Sans"/>
                <a:cs typeface="DejaVu Sans"/>
              </a:defRPr>
            </a:lvl3pPr>
            <a:lvl4pPr>
              <a:defRPr sz="1875" b="0">
                <a:solidFill>
                  <a:srgbClr val="59717F"/>
                </a:solidFill>
                <a:latin typeface="DejaVu Sans"/>
                <a:ea typeface="DejaVu Sans"/>
                <a:cs typeface="DejaVu Sans"/>
              </a:defRPr>
            </a:lvl4pPr>
            <a:lvl5pPr>
              <a:defRPr sz="1875" b="0">
                <a:solidFill>
                  <a:srgbClr val="59717F"/>
                </a:solidFill>
                <a:latin typeface="DejaVu Sans"/>
                <a:ea typeface="DejaVu Sans"/>
                <a:cs typeface="DejaVu Sans"/>
              </a:defRPr>
            </a:lvl5pPr>
            <a:lvl6pPr>
              <a:defRPr sz="1875" b="0">
                <a:solidFill>
                  <a:srgbClr val="59717F"/>
                </a:solidFill>
                <a:latin typeface="DejaVu Sans"/>
                <a:ea typeface="DejaVu Sans"/>
                <a:cs typeface="DejaVu Sans"/>
              </a:defRPr>
            </a:lvl6pPr>
            <a:lvl7pPr>
              <a:defRPr sz="1875" b="0">
                <a:solidFill>
                  <a:srgbClr val="59717F"/>
                </a:solidFill>
                <a:latin typeface="DejaVu Sans"/>
                <a:ea typeface="DejaVu Sans"/>
                <a:cs typeface="DejaVu Sans"/>
              </a:defRPr>
            </a:lvl7pPr>
            <a:lvl8pPr>
              <a:defRPr sz="1875" b="0">
                <a:solidFill>
                  <a:srgbClr val="59717F"/>
                </a:solidFill>
                <a:latin typeface="DejaVu Sans"/>
                <a:ea typeface="DejaVu Sans"/>
                <a:cs typeface="DejaVu Sans"/>
              </a:defRPr>
            </a:lvl8pPr>
            <a:lvl9pPr>
              <a:defRPr sz="1875" b="0">
                <a:solidFill>
                  <a:srgbClr val="59717F"/>
                </a:solidFill>
                <a:latin typeface="DejaVu Sans"/>
                <a:ea typeface="DejaVu Sans"/>
                <a:cs typeface="DejaVu Sans"/>
              </a:defRPr>
            </a:lvl9pPr>
          </a:lstStyle>
          <a:p xmlns:a="http://schemas.openxmlformats.org/drawingml/2006/main">
            <a:pPr>
              <a:defRPr sz="1875" b="0">
                <a:solidFill>
                  <a:srgbClr val="59717F"/>
                </a:solidFill>
                <a:latin typeface="DejaVu Sans"/>
                <a:ea typeface="DejaVu Sans"/>
                <a:cs typeface="DejaVu Sans"/>
              </a:defRPr>
            </a:pPr>
            <a:r>
              <a:rPr sz="1875" b="0">
                <a:solidFill>
                  <a:srgbClr val="59717F"/>
                </a:solidFill>
                <a:latin typeface="DejaVu Sans"/>
                <a:ea typeface="DejaVu Sans"/>
                <a:cs typeface="DejaVu Sans"/>
              </a:rPr>
              <a:t>Preregister endpoints; evaluate subgroup performance, sensors and missingness.</a:t>
            </a:r>
          </a:p>
        </p:txBody>
      </p:sp>
      <p:sp>
        <p:nvSpPr>
          <p:cNvPr id="8" name="">
            <a:extLst xmlns:a="http://schemas.openxmlformats.org/drawingml/2006/main">
              <a:ext uri="{FF2B5EF4-FFF2-40B4-BE49-F238E27FC236}">
                <a16:creationId xmlns:a16="http://schemas.microsoft.com/office/drawing/2014/main" id="{6EDE2C3B-332F-4E02-8EA0-4F7950A780D3}"/>
              </a:ext>
            </a:extLst>
          </p:cNvPr>
          <p:cNvSpPr>
            <a:spLocks xmlns:a="http://schemas.openxmlformats.org/drawingml/2006/main" noGrp="1"/>
          </p:cNvSpPr>
          <p:nvPr/>
        </p:nvSpPr>
        <p:spPr>
          <a:xfrm xmlns:a="http://schemas.openxmlformats.org/drawingml/2006/main">
            <a:off x="571500" y="3724275"/>
            <a:ext cx="11049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087F8C"/>
                </a:solidFill>
                <a:latin typeface="DejaVu Sans"/>
                <a:ea typeface="DejaVu Sans"/>
                <a:cs typeface="DejaVu Sans"/>
              </a:defRPr>
            </a:defPPr>
            <a:lvl1pPr>
              <a:defRPr sz="2175" b="1">
                <a:solidFill>
                  <a:srgbClr val="087F8C"/>
                </a:solidFill>
                <a:latin typeface="DejaVu Sans"/>
                <a:ea typeface="DejaVu Sans"/>
                <a:cs typeface="DejaVu Sans"/>
              </a:defRPr>
            </a:lvl1pPr>
            <a:lvl2pPr>
              <a:defRPr sz="2175" b="1">
                <a:solidFill>
                  <a:srgbClr val="087F8C"/>
                </a:solidFill>
                <a:latin typeface="DejaVu Sans"/>
                <a:ea typeface="DejaVu Sans"/>
                <a:cs typeface="DejaVu Sans"/>
              </a:defRPr>
            </a:lvl2pPr>
            <a:lvl3pPr>
              <a:defRPr sz="2175" b="1">
                <a:solidFill>
                  <a:srgbClr val="087F8C"/>
                </a:solidFill>
                <a:latin typeface="DejaVu Sans"/>
                <a:ea typeface="DejaVu Sans"/>
                <a:cs typeface="DejaVu Sans"/>
              </a:defRPr>
            </a:lvl3pPr>
            <a:lvl4pPr>
              <a:defRPr sz="2175" b="1">
                <a:solidFill>
                  <a:srgbClr val="087F8C"/>
                </a:solidFill>
                <a:latin typeface="DejaVu Sans"/>
                <a:ea typeface="DejaVu Sans"/>
                <a:cs typeface="DejaVu Sans"/>
              </a:defRPr>
            </a:lvl4pPr>
            <a:lvl5pPr>
              <a:defRPr sz="2175" b="1">
                <a:solidFill>
                  <a:srgbClr val="087F8C"/>
                </a:solidFill>
                <a:latin typeface="DejaVu Sans"/>
                <a:ea typeface="DejaVu Sans"/>
                <a:cs typeface="DejaVu Sans"/>
              </a:defRPr>
            </a:lvl5pPr>
            <a:lvl6pPr>
              <a:defRPr sz="2175" b="1">
                <a:solidFill>
                  <a:srgbClr val="087F8C"/>
                </a:solidFill>
                <a:latin typeface="DejaVu Sans"/>
                <a:ea typeface="DejaVu Sans"/>
                <a:cs typeface="DejaVu Sans"/>
              </a:defRPr>
            </a:lvl6pPr>
            <a:lvl7pPr>
              <a:defRPr sz="2175" b="1">
                <a:solidFill>
                  <a:srgbClr val="087F8C"/>
                </a:solidFill>
                <a:latin typeface="DejaVu Sans"/>
                <a:ea typeface="DejaVu Sans"/>
                <a:cs typeface="DejaVu Sans"/>
              </a:defRPr>
            </a:lvl7pPr>
            <a:lvl8pPr>
              <a:defRPr sz="2175" b="1">
                <a:solidFill>
                  <a:srgbClr val="087F8C"/>
                </a:solidFill>
                <a:latin typeface="DejaVu Sans"/>
                <a:ea typeface="DejaVu Sans"/>
                <a:cs typeface="DejaVu Sans"/>
              </a:defRPr>
            </a:lvl8pPr>
            <a:lvl9pPr>
              <a:defRPr sz="2175" b="1">
                <a:solidFill>
                  <a:srgbClr val="087F8C"/>
                </a:solidFill>
                <a:latin typeface="DejaVu Sans"/>
                <a:ea typeface="DejaVu Sans"/>
                <a:cs typeface="DejaVu Sans"/>
              </a:defRPr>
            </a:lvl9pPr>
          </a:lstStyle>
          <a:p xmlns:a="http://schemas.openxmlformats.org/drawingml/2006/main">
            <a:pPr>
              <a:defRPr sz="2175" b="1">
                <a:solidFill>
                  <a:srgbClr val="087F8C"/>
                </a:solidFill>
                <a:latin typeface="DejaVu Sans"/>
                <a:ea typeface="DejaVu Sans"/>
                <a:cs typeface="DejaVu Sans"/>
              </a:defRPr>
            </a:pPr>
            <a:r>
              <a:rPr sz="2175" b="1">
                <a:solidFill>
                  <a:srgbClr val="087F8C"/>
                </a:solidFill>
                <a:latin typeface="DejaVu Sans"/>
                <a:ea typeface="DejaVu Sans"/>
                <a:cs typeface="DejaVu Sans"/>
              </a:rPr>
              <a:t>03  Better event risk</a:t>
            </a:r>
          </a:p>
        </p:txBody>
      </p:sp>
      <p:sp>
        <p:nvSpPr>
          <p:cNvPr id="9" name="">
            <a:extLst xmlns:a="http://schemas.openxmlformats.org/drawingml/2006/main">
              <a:ext uri="{FF2B5EF4-FFF2-40B4-BE49-F238E27FC236}">
                <a16:creationId xmlns:a16="http://schemas.microsoft.com/office/drawing/2014/main" id="{284808E3-1ECF-4E82-A026-EDC625A7F3B3}"/>
              </a:ext>
            </a:extLst>
          </p:cNvPr>
          <p:cNvSpPr>
            <a:spLocks xmlns:a="http://schemas.openxmlformats.org/drawingml/2006/main" noGrp="1"/>
          </p:cNvSpPr>
          <p:nvPr/>
        </p:nvSpPr>
        <p:spPr>
          <a:xfrm xmlns:a="http://schemas.openxmlformats.org/drawingml/2006/main">
            <a:off x="571500" y="4086225"/>
            <a:ext cx="110490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59717F"/>
                </a:solidFill>
                <a:latin typeface="DejaVu Sans"/>
                <a:ea typeface="DejaVu Sans"/>
                <a:cs typeface="DejaVu Sans"/>
              </a:defRPr>
            </a:defPPr>
            <a:lvl1pPr>
              <a:defRPr sz="1875" b="0">
                <a:solidFill>
                  <a:srgbClr val="59717F"/>
                </a:solidFill>
                <a:latin typeface="DejaVu Sans"/>
                <a:ea typeface="DejaVu Sans"/>
                <a:cs typeface="DejaVu Sans"/>
              </a:defRPr>
            </a:lvl1pPr>
            <a:lvl2pPr>
              <a:defRPr sz="1875" b="0">
                <a:solidFill>
                  <a:srgbClr val="59717F"/>
                </a:solidFill>
                <a:latin typeface="DejaVu Sans"/>
                <a:ea typeface="DejaVu Sans"/>
                <a:cs typeface="DejaVu Sans"/>
              </a:defRPr>
            </a:lvl2pPr>
            <a:lvl3pPr>
              <a:defRPr sz="1875" b="0">
                <a:solidFill>
                  <a:srgbClr val="59717F"/>
                </a:solidFill>
                <a:latin typeface="DejaVu Sans"/>
                <a:ea typeface="DejaVu Sans"/>
                <a:cs typeface="DejaVu Sans"/>
              </a:defRPr>
            </a:lvl3pPr>
            <a:lvl4pPr>
              <a:defRPr sz="1875" b="0">
                <a:solidFill>
                  <a:srgbClr val="59717F"/>
                </a:solidFill>
                <a:latin typeface="DejaVu Sans"/>
                <a:ea typeface="DejaVu Sans"/>
                <a:cs typeface="DejaVu Sans"/>
              </a:defRPr>
            </a:lvl4pPr>
            <a:lvl5pPr>
              <a:defRPr sz="1875" b="0">
                <a:solidFill>
                  <a:srgbClr val="59717F"/>
                </a:solidFill>
                <a:latin typeface="DejaVu Sans"/>
                <a:ea typeface="DejaVu Sans"/>
                <a:cs typeface="DejaVu Sans"/>
              </a:defRPr>
            </a:lvl5pPr>
            <a:lvl6pPr>
              <a:defRPr sz="1875" b="0">
                <a:solidFill>
                  <a:srgbClr val="59717F"/>
                </a:solidFill>
                <a:latin typeface="DejaVu Sans"/>
                <a:ea typeface="DejaVu Sans"/>
                <a:cs typeface="DejaVu Sans"/>
              </a:defRPr>
            </a:lvl6pPr>
            <a:lvl7pPr>
              <a:defRPr sz="1875" b="0">
                <a:solidFill>
                  <a:srgbClr val="59717F"/>
                </a:solidFill>
                <a:latin typeface="DejaVu Sans"/>
                <a:ea typeface="DejaVu Sans"/>
                <a:cs typeface="DejaVu Sans"/>
              </a:defRPr>
            </a:lvl7pPr>
            <a:lvl8pPr>
              <a:defRPr sz="1875" b="0">
                <a:solidFill>
                  <a:srgbClr val="59717F"/>
                </a:solidFill>
                <a:latin typeface="DejaVu Sans"/>
                <a:ea typeface="DejaVu Sans"/>
                <a:cs typeface="DejaVu Sans"/>
              </a:defRPr>
            </a:lvl8pPr>
            <a:lvl9pPr>
              <a:defRPr sz="1875" b="0">
                <a:solidFill>
                  <a:srgbClr val="59717F"/>
                </a:solidFill>
                <a:latin typeface="DejaVu Sans"/>
                <a:ea typeface="DejaVu Sans"/>
                <a:cs typeface="DejaVu Sans"/>
              </a:defRPr>
            </a:lvl9pPr>
          </a:lstStyle>
          <a:p xmlns:a="http://schemas.openxmlformats.org/drawingml/2006/main">
            <a:pPr>
              <a:defRPr sz="1875" b="0">
                <a:solidFill>
                  <a:srgbClr val="59717F"/>
                </a:solidFill>
                <a:latin typeface="DejaVu Sans"/>
                <a:ea typeface="DejaVu Sans"/>
                <a:cs typeface="DejaVu Sans"/>
              </a:defRPr>
            </a:pPr>
            <a:r>
              <a:rPr sz="1875" b="0">
                <a:solidFill>
                  <a:srgbClr val="59717F"/>
                </a:solidFill>
                <a:latin typeface="DejaVu Sans"/>
                <a:ea typeface="DejaVu Sans"/>
                <a:cs typeface="DejaVu Sans"/>
              </a:rPr>
              <a:t>Improve discrimination, calibrate scores and agree on an acceptable alert burden.</a:t>
            </a:r>
          </a:p>
        </p:txBody>
      </p:sp>
      <p:sp>
        <p:nvSpPr>
          <p:cNvPr id="10" name="">
            <a:extLst xmlns:a="http://schemas.openxmlformats.org/drawingml/2006/main">
              <a:ext uri="{FF2B5EF4-FFF2-40B4-BE49-F238E27FC236}">
                <a16:creationId xmlns:a16="http://schemas.microsoft.com/office/drawing/2014/main" id="{F46F3B55-592E-45F7-AC10-C39D7389AA76}"/>
              </a:ext>
            </a:extLst>
          </p:cNvPr>
          <p:cNvSpPr>
            <a:spLocks xmlns:a="http://schemas.openxmlformats.org/drawingml/2006/main" noGrp="1"/>
          </p:cNvSpPr>
          <p:nvPr/>
        </p:nvSpPr>
        <p:spPr>
          <a:xfrm xmlns:a="http://schemas.openxmlformats.org/drawingml/2006/main">
            <a:off x="571500" y="4800600"/>
            <a:ext cx="11049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087F8C"/>
                </a:solidFill>
                <a:latin typeface="DejaVu Sans"/>
                <a:ea typeface="DejaVu Sans"/>
                <a:cs typeface="DejaVu Sans"/>
              </a:defRPr>
            </a:defPPr>
            <a:lvl1pPr>
              <a:defRPr sz="2175" b="1">
                <a:solidFill>
                  <a:srgbClr val="087F8C"/>
                </a:solidFill>
                <a:latin typeface="DejaVu Sans"/>
                <a:ea typeface="DejaVu Sans"/>
                <a:cs typeface="DejaVu Sans"/>
              </a:defRPr>
            </a:lvl1pPr>
            <a:lvl2pPr>
              <a:defRPr sz="2175" b="1">
                <a:solidFill>
                  <a:srgbClr val="087F8C"/>
                </a:solidFill>
                <a:latin typeface="DejaVu Sans"/>
                <a:ea typeface="DejaVu Sans"/>
                <a:cs typeface="DejaVu Sans"/>
              </a:defRPr>
            </a:lvl2pPr>
            <a:lvl3pPr>
              <a:defRPr sz="2175" b="1">
                <a:solidFill>
                  <a:srgbClr val="087F8C"/>
                </a:solidFill>
                <a:latin typeface="DejaVu Sans"/>
                <a:ea typeface="DejaVu Sans"/>
                <a:cs typeface="DejaVu Sans"/>
              </a:defRPr>
            </a:lvl3pPr>
            <a:lvl4pPr>
              <a:defRPr sz="2175" b="1">
                <a:solidFill>
                  <a:srgbClr val="087F8C"/>
                </a:solidFill>
                <a:latin typeface="DejaVu Sans"/>
                <a:ea typeface="DejaVu Sans"/>
                <a:cs typeface="DejaVu Sans"/>
              </a:defRPr>
            </a:lvl4pPr>
            <a:lvl5pPr>
              <a:defRPr sz="2175" b="1">
                <a:solidFill>
                  <a:srgbClr val="087F8C"/>
                </a:solidFill>
                <a:latin typeface="DejaVu Sans"/>
                <a:ea typeface="DejaVu Sans"/>
                <a:cs typeface="DejaVu Sans"/>
              </a:defRPr>
            </a:lvl5pPr>
            <a:lvl6pPr>
              <a:defRPr sz="2175" b="1">
                <a:solidFill>
                  <a:srgbClr val="087F8C"/>
                </a:solidFill>
                <a:latin typeface="DejaVu Sans"/>
                <a:ea typeface="DejaVu Sans"/>
                <a:cs typeface="DejaVu Sans"/>
              </a:defRPr>
            </a:lvl6pPr>
            <a:lvl7pPr>
              <a:defRPr sz="2175" b="1">
                <a:solidFill>
                  <a:srgbClr val="087F8C"/>
                </a:solidFill>
                <a:latin typeface="DejaVu Sans"/>
                <a:ea typeface="DejaVu Sans"/>
                <a:cs typeface="DejaVu Sans"/>
              </a:defRPr>
            </a:lvl7pPr>
            <a:lvl8pPr>
              <a:defRPr sz="2175" b="1">
                <a:solidFill>
                  <a:srgbClr val="087F8C"/>
                </a:solidFill>
                <a:latin typeface="DejaVu Sans"/>
                <a:ea typeface="DejaVu Sans"/>
                <a:cs typeface="DejaVu Sans"/>
              </a:defRPr>
            </a:lvl8pPr>
            <a:lvl9pPr>
              <a:defRPr sz="2175" b="1">
                <a:solidFill>
                  <a:srgbClr val="087F8C"/>
                </a:solidFill>
                <a:latin typeface="DejaVu Sans"/>
                <a:ea typeface="DejaVu Sans"/>
                <a:cs typeface="DejaVu Sans"/>
              </a:defRPr>
            </a:lvl9pPr>
          </a:lstStyle>
          <a:p xmlns:a="http://schemas.openxmlformats.org/drawingml/2006/main">
            <a:pPr>
              <a:defRPr sz="2175" b="1">
                <a:solidFill>
                  <a:srgbClr val="087F8C"/>
                </a:solidFill>
                <a:latin typeface="DejaVu Sans"/>
                <a:ea typeface="DejaVu Sans"/>
                <a:cs typeface="DejaVu Sans"/>
              </a:defRPr>
            </a:pPr>
            <a:r>
              <a:rPr sz="2175" b="1">
                <a:solidFill>
                  <a:srgbClr val="087F8C"/>
                </a:solidFill>
                <a:latin typeface="DejaVu Sans"/>
                <a:ea typeface="DejaVu Sans"/>
                <a:cs typeface="DejaVu Sans"/>
              </a:rPr>
              <a:t>04  Prospective silent study</a:t>
            </a:r>
          </a:p>
        </p:txBody>
      </p:sp>
      <p:sp>
        <p:nvSpPr>
          <p:cNvPr id="11" name="">
            <a:extLst xmlns:a="http://schemas.openxmlformats.org/drawingml/2006/main">
              <a:ext uri="{FF2B5EF4-FFF2-40B4-BE49-F238E27FC236}">
                <a16:creationId xmlns:a16="http://schemas.microsoft.com/office/drawing/2014/main" id="{61B3A067-C909-42C6-A202-C6620676A209}"/>
              </a:ext>
            </a:extLst>
          </p:cNvPr>
          <p:cNvSpPr>
            <a:spLocks xmlns:a="http://schemas.openxmlformats.org/drawingml/2006/main" noGrp="1"/>
          </p:cNvSpPr>
          <p:nvPr/>
        </p:nvSpPr>
        <p:spPr>
          <a:xfrm xmlns:a="http://schemas.openxmlformats.org/drawingml/2006/main">
            <a:off x="571500" y="5162550"/>
            <a:ext cx="110490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59717F"/>
                </a:solidFill>
                <a:latin typeface="DejaVu Sans"/>
                <a:ea typeface="DejaVu Sans"/>
                <a:cs typeface="DejaVu Sans"/>
              </a:defRPr>
            </a:defPPr>
            <a:lvl1pPr>
              <a:defRPr sz="1875" b="0">
                <a:solidFill>
                  <a:srgbClr val="59717F"/>
                </a:solidFill>
                <a:latin typeface="DejaVu Sans"/>
                <a:ea typeface="DejaVu Sans"/>
                <a:cs typeface="DejaVu Sans"/>
              </a:defRPr>
            </a:lvl1pPr>
            <a:lvl2pPr>
              <a:defRPr sz="1875" b="0">
                <a:solidFill>
                  <a:srgbClr val="59717F"/>
                </a:solidFill>
                <a:latin typeface="DejaVu Sans"/>
                <a:ea typeface="DejaVu Sans"/>
                <a:cs typeface="DejaVu Sans"/>
              </a:defRPr>
            </a:lvl2pPr>
            <a:lvl3pPr>
              <a:defRPr sz="1875" b="0">
                <a:solidFill>
                  <a:srgbClr val="59717F"/>
                </a:solidFill>
                <a:latin typeface="DejaVu Sans"/>
                <a:ea typeface="DejaVu Sans"/>
                <a:cs typeface="DejaVu Sans"/>
              </a:defRPr>
            </a:lvl3pPr>
            <a:lvl4pPr>
              <a:defRPr sz="1875" b="0">
                <a:solidFill>
                  <a:srgbClr val="59717F"/>
                </a:solidFill>
                <a:latin typeface="DejaVu Sans"/>
                <a:ea typeface="DejaVu Sans"/>
                <a:cs typeface="DejaVu Sans"/>
              </a:defRPr>
            </a:lvl4pPr>
            <a:lvl5pPr>
              <a:defRPr sz="1875" b="0">
                <a:solidFill>
                  <a:srgbClr val="59717F"/>
                </a:solidFill>
                <a:latin typeface="DejaVu Sans"/>
                <a:ea typeface="DejaVu Sans"/>
                <a:cs typeface="DejaVu Sans"/>
              </a:defRPr>
            </a:lvl5pPr>
            <a:lvl6pPr>
              <a:defRPr sz="1875" b="0">
                <a:solidFill>
                  <a:srgbClr val="59717F"/>
                </a:solidFill>
                <a:latin typeface="DejaVu Sans"/>
                <a:ea typeface="DejaVu Sans"/>
                <a:cs typeface="DejaVu Sans"/>
              </a:defRPr>
            </a:lvl6pPr>
            <a:lvl7pPr>
              <a:defRPr sz="1875" b="0">
                <a:solidFill>
                  <a:srgbClr val="59717F"/>
                </a:solidFill>
                <a:latin typeface="DejaVu Sans"/>
                <a:ea typeface="DejaVu Sans"/>
                <a:cs typeface="DejaVu Sans"/>
              </a:defRPr>
            </a:lvl7pPr>
            <a:lvl8pPr>
              <a:defRPr sz="1875" b="0">
                <a:solidFill>
                  <a:srgbClr val="59717F"/>
                </a:solidFill>
                <a:latin typeface="DejaVu Sans"/>
                <a:ea typeface="DejaVu Sans"/>
                <a:cs typeface="DejaVu Sans"/>
              </a:defRPr>
            </a:lvl8pPr>
            <a:lvl9pPr>
              <a:defRPr sz="1875" b="0">
                <a:solidFill>
                  <a:srgbClr val="59717F"/>
                </a:solidFill>
                <a:latin typeface="DejaVu Sans"/>
                <a:ea typeface="DejaVu Sans"/>
                <a:cs typeface="DejaVu Sans"/>
              </a:defRPr>
            </a:lvl9pPr>
          </a:lstStyle>
          <a:p xmlns:a="http://schemas.openxmlformats.org/drawingml/2006/main">
            <a:pPr>
              <a:defRPr sz="1875" b="0">
                <a:solidFill>
                  <a:srgbClr val="59717F"/>
                </a:solidFill>
                <a:latin typeface="DejaVu Sans"/>
                <a:ea typeface="DejaVu Sans"/>
                <a:cs typeface="DejaVu Sans"/>
              </a:defRPr>
            </a:pPr>
            <a:r>
              <a:rPr sz="1875" b="0">
                <a:solidFill>
                  <a:srgbClr val="59717F"/>
                </a:solidFill>
                <a:latin typeface="DejaVu Sans"/>
                <a:ea typeface="DejaVu Sans"/>
                <a:cs typeface="DejaVu Sans"/>
              </a:rPr>
              <a:t>Evaluate before changing care; assess safety and regulatory requirements.</a:t>
            </a:r>
          </a:p>
        </p:txBody>
      </p:sp>
    </p:spTree>
    <p:extLst>
      <p:ext uri="{BB962C8B-B14F-4D97-AF65-F5344CB8AC3E}">
        <p14:creationId xmlns:p14="http://schemas.microsoft.com/office/powerpoint/2010/main" val="527559628"/>
      </p:ext>
    </p:extLst>
  </p:cSld>
</p:sld>
</file>

<file path=ppt/slides/slide13.xml><?xml version="1.0" encoding="utf-8"?>
<p:sld xmlns:p="http://schemas.openxmlformats.org/presentationml/2006/main">
  <p:cSld>
    <p:bg>
      <p:bgPr>
        <a:solidFill xmlns:a="http://schemas.openxmlformats.org/drawingml/2006/main">
          <a:srgbClr val="F5F8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F3027A0-1947-4D23-8585-86130BB1D27C}"/>
              </a:ext>
            </a:extLst>
          </p:cNvPr>
          <p:cNvSpPr>
            <a:spLocks xmlns:a="http://schemas.openxmlformats.org/drawingml/2006/main" noGrp="1"/>
          </p:cNvSpPr>
          <p:nvPr/>
        </p:nvSpPr>
        <p:spPr>
          <a:xfrm xmlns:a="http://schemas.openxmlformats.org/drawingml/2006/main">
            <a:off x="571500" y="400050"/>
            <a:ext cx="11049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150" b="1">
                <a:solidFill>
                  <a:srgbClr val="10283D"/>
                </a:solidFill>
                <a:latin typeface="DejaVu Sans"/>
                <a:ea typeface="DejaVu Sans"/>
                <a:cs typeface="DejaVu Sans"/>
              </a:defRPr>
            </a:defPPr>
            <a:lvl1pPr>
              <a:defRPr sz="3150" b="1">
                <a:solidFill>
                  <a:srgbClr val="10283D"/>
                </a:solidFill>
                <a:latin typeface="DejaVu Sans"/>
                <a:ea typeface="DejaVu Sans"/>
                <a:cs typeface="DejaVu Sans"/>
              </a:defRPr>
            </a:lvl1pPr>
            <a:lvl2pPr>
              <a:defRPr sz="3150" b="1">
                <a:solidFill>
                  <a:srgbClr val="10283D"/>
                </a:solidFill>
                <a:latin typeface="DejaVu Sans"/>
                <a:ea typeface="DejaVu Sans"/>
                <a:cs typeface="DejaVu Sans"/>
              </a:defRPr>
            </a:lvl2pPr>
            <a:lvl3pPr>
              <a:defRPr sz="3150" b="1">
                <a:solidFill>
                  <a:srgbClr val="10283D"/>
                </a:solidFill>
                <a:latin typeface="DejaVu Sans"/>
                <a:ea typeface="DejaVu Sans"/>
                <a:cs typeface="DejaVu Sans"/>
              </a:defRPr>
            </a:lvl3pPr>
            <a:lvl4pPr>
              <a:defRPr sz="3150" b="1">
                <a:solidFill>
                  <a:srgbClr val="10283D"/>
                </a:solidFill>
                <a:latin typeface="DejaVu Sans"/>
                <a:ea typeface="DejaVu Sans"/>
                <a:cs typeface="DejaVu Sans"/>
              </a:defRPr>
            </a:lvl4pPr>
            <a:lvl5pPr>
              <a:defRPr sz="3150" b="1">
                <a:solidFill>
                  <a:srgbClr val="10283D"/>
                </a:solidFill>
                <a:latin typeface="DejaVu Sans"/>
                <a:ea typeface="DejaVu Sans"/>
                <a:cs typeface="DejaVu Sans"/>
              </a:defRPr>
            </a:lvl5pPr>
            <a:lvl6pPr>
              <a:defRPr sz="3150" b="1">
                <a:solidFill>
                  <a:srgbClr val="10283D"/>
                </a:solidFill>
                <a:latin typeface="DejaVu Sans"/>
                <a:ea typeface="DejaVu Sans"/>
                <a:cs typeface="DejaVu Sans"/>
              </a:defRPr>
            </a:lvl6pPr>
            <a:lvl7pPr>
              <a:defRPr sz="3150" b="1">
                <a:solidFill>
                  <a:srgbClr val="10283D"/>
                </a:solidFill>
                <a:latin typeface="DejaVu Sans"/>
                <a:ea typeface="DejaVu Sans"/>
                <a:cs typeface="DejaVu Sans"/>
              </a:defRPr>
            </a:lvl7pPr>
            <a:lvl8pPr>
              <a:defRPr sz="3150" b="1">
                <a:solidFill>
                  <a:srgbClr val="10283D"/>
                </a:solidFill>
                <a:latin typeface="DejaVu Sans"/>
                <a:ea typeface="DejaVu Sans"/>
                <a:cs typeface="DejaVu Sans"/>
              </a:defRPr>
            </a:lvl8pPr>
            <a:lvl9pPr>
              <a:defRPr sz="3150" b="1">
                <a:solidFill>
                  <a:srgbClr val="10283D"/>
                </a:solidFill>
                <a:latin typeface="DejaVu Sans"/>
                <a:ea typeface="DejaVu Sans"/>
                <a:cs typeface="DejaVu Sans"/>
              </a:defRPr>
            </a:lvl9pPr>
          </a:lstStyle>
          <a:p xmlns:a="http://schemas.openxmlformats.org/drawingml/2006/main">
            <a:pPr>
              <a:defRPr sz="3150" b="1">
                <a:solidFill>
                  <a:srgbClr val="10283D"/>
                </a:solidFill>
                <a:latin typeface="DejaVu Sans"/>
                <a:ea typeface="DejaVu Sans"/>
                <a:cs typeface="DejaVu Sans"/>
              </a:defRPr>
            </a:pPr>
            <a:r>
              <a:rPr sz="3150" b="1">
                <a:solidFill>
                  <a:srgbClr val="10283D"/>
                </a:solidFill>
                <a:latin typeface="DejaVu Sans"/>
                <a:ea typeface="DejaVu Sans"/>
                <a:cs typeface="DejaVu Sans"/>
              </a:rPr>
              <a:t>A compact, reproducible implementation</a:t>
            </a:r>
          </a:p>
        </p:txBody>
      </p:sp>
      <p:sp>
        <p:nvSpPr>
          <p:cNvPr id="2" name="">
            <a:extLst xmlns:a="http://schemas.openxmlformats.org/drawingml/2006/main">
              <a:ext uri="{FF2B5EF4-FFF2-40B4-BE49-F238E27FC236}">
                <a16:creationId xmlns:a16="http://schemas.microsoft.com/office/drawing/2014/main" id="{A870B93D-6D05-4065-8B4B-57A415280641}"/>
              </a:ext>
            </a:extLst>
          </p:cNvPr>
          <p:cNvSpPr>
            <a:spLocks xmlns:a="http://schemas.openxmlformats.org/drawingml/2006/main" noGrp="1"/>
          </p:cNvSpPr>
          <p:nvPr/>
        </p:nvSpPr>
        <p:spPr>
          <a:xfrm xmlns:a="http://schemas.openxmlformats.org/drawingml/2006/main">
            <a:off x="571500" y="6448425"/>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9717F"/>
                </a:solidFill>
                <a:latin typeface="DejaVu Sans"/>
                <a:ea typeface="DejaVu Sans"/>
                <a:cs typeface="DejaVu Sans"/>
              </a:defRPr>
            </a:defPPr>
            <a:lvl1pPr>
              <a:defRPr sz="1050" b="0">
                <a:solidFill>
                  <a:srgbClr val="59717F"/>
                </a:solidFill>
                <a:latin typeface="DejaVu Sans"/>
                <a:ea typeface="DejaVu Sans"/>
                <a:cs typeface="DejaVu Sans"/>
              </a:defRPr>
            </a:lvl1pPr>
            <a:lvl2pPr>
              <a:defRPr sz="1050" b="0">
                <a:solidFill>
                  <a:srgbClr val="59717F"/>
                </a:solidFill>
                <a:latin typeface="DejaVu Sans"/>
                <a:ea typeface="DejaVu Sans"/>
                <a:cs typeface="DejaVu Sans"/>
              </a:defRPr>
            </a:lvl2pPr>
            <a:lvl3pPr>
              <a:defRPr sz="1050" b="0">
                <a:solidFill>
                  <a:srgbClr val="59717F"/>
                </a:solidFill>
                <a:latin typeface="DejaVu Sans"/>
                <a:ea typeface="DejaVu Sans"/>
                <a:cs typeface="DejaVu Sans"/>
              </a:defRPr>
            </a:lvl3pPr>
            <a:lvl4pPr>
              <a:defRPr sz="1050" b="0">
                <a:solidFill>
                  <a:srgbClr val="59717F"/>
                </a:solidFill>
                <a:latin typeface="DejaVu Sans"/>
                <a:ea typeface="DejaVu Sans"/>
                <a:cs typeface="DejaVu Sans"/>
              </a:defRPr>
            </a:lvl4pPr>
            <a:lvl5pPr>
              <a:defRPr sz="1050" b="0">
                <a:solidFill>
                  <a:srgbClr val="59717F"/>
                </a:solidFill>
                <a:latin typeface="DejaVu Sans"/>
                <a:ea typeface="DejaVu Sans"/>
                <a:cs typeface="DejaVu Sans"/>
              </a:defRPr>
            </a:lvl5pPr>
            <a:lvl6pPr>
              <a:defRPr sz="1050" b="0">
                <a:solidFill>
                  <a:srgbClr val="59717F"/>
                </a:solidFill>
                <a:latin typeface="DejaVu Sans"/>
                <a:ea typeface="DejaVu Sans"/>
                <a:cs typeface="DejaVu Sans"/>
              </a:defRPr>
            </a:lvl6pPr>
            <a:lvl7pPr>
              <a:defRPr sz="1050" b="0">
                <a:solidFill>
                  <a:srgbClr val="59717F"/>
                </a:solidFill>
                <a:latin typeface="DejaVu Sans"/>
                <a:ea typeface="DejaVu Sans"/>
                <a:cs typeface="DejaVu Sans"/>
              </a:defRPr>
            </a:lvl7pPr>
            <a:lvl8pPr>
              <a:defRPr sz="1050" b="0">
                <a:solidFill>
                  <a:srgbClr val="59717F"/>
                </a:solidFill>
                <a:latin typeface="DejaVu Sans"/>
                <a:ea typeface="DejaVu Sans"/>
                <a:cs typeface="DejaVu Sans"/>
              </a:defRPr>
            </a:lvl8pPr>
            <a:lvl9pPr>
              <a:defRPr sz="1050" b="0">
                <a:solidFill>
                  <a:srgbClr val="59717F"/>
                </a:solidFill>
                <a:latin typeface="DejaVu Sans"/>
                <a:ea typeface="DejaVu Sans"/>
                <a:cs typeface="DejaVu Sans"/>
              </a:defRPr>
            </a:lvl9pPr>
          </a:lstStyle>
          <a:p xmlns:a="http://schemas.openxmlformats.org/drawingml/2006/main">
            <a:pPr>
              <a:defRPr sz="1050" b="0">
                <a:solidFill>
                  <a:srgbClr val="59717F"/>
                </a:solidFill>
                <a:latin typeface="DejaVu Sans"/>
                <a:ea typeface="DejaVu Sans"/>
                <a:cs typeface="DejaVu Sans"/>
              </a:defRPr>
            </a:pPr>
            <a:r>
              <a:rPr sz="1050" b="0">
                <a:solidFill>
                  <a:srgbClr val="59717F"/>
                </a:solidFill>
                <a:latin typeface="DejaVu Sans"/>
                <a:ea typeface="DejaVu Sans"/>
                <a:cs typeface="DejaVu Sans"/>
              </a:rPr>
              <a:t>TEAM PRODUCT  /  IIT KANPUR</a:t>
            </a:r>
          </a:p>
        </p:txBody>
      </p:sp>
      <p:sp>
        <p:nvSpPr>
          <p:cNvPr id="3" name="">
            <a:extLst xmlns:a="http://schemas.openxmlformats.org/drawingml/2006/main">
              <a:ext uri="{FF2B5EF4-FFF2-40B4-BE49-F238E27FC236}">
                <a16:creationId xmlns:a16="http://schemas.microsoft.com/office/drawing/2014/main" id="{C6559CAF-192C-4C12-8690-D2B2C7EEB05A}"/>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9717F"/>
                </a:solidFill>
                <a:latin typeface="DejaVu Sans"/>
                <a:ea typeface="DejaVu Sans"/>
                <a:cs typeface="DejaVu Sans"/>
              </a:defRPr>
            </a:defPPr>
            <a:lvl1pPr>
              <a:defRPr sz="1050" b="0">
                <a:solidFill>
                  <a:srgbClr val="59717F"/>
                </a:solidFill>
                <a:latin typeface="DejaVu Sans"/>
                <a:ea typeface="DejaVu Sans"/>
                <a:cs typeface="DejaVu Sans"/>
              </a:defRPr>
            </a:lvl1pPr>
            <a:lvl2pPr>
              <a:defRPr sz="1050" b="0">
                <a:solidFill>
                  <a:srgbClr val="59717F"/>
                </a:solidFill>
                <a:latin typeface="DejaVu Sans"/>
                <a:ea typeface="DejaVu Sans"/>
                <a:cs typeface="DejaVu Sans"/>
              </a:defRPr>
            </a:lvl2pPr>
            <a:lvl3pPr>
              <a:defRPr sz="1050" b="0">
                <a:solidFill>
                  <a:srgbClr val="59717F"/>
                </a:solidFill>
                <a:latin typeface="DejaVu Sans"/>
                <a:ea typeface="DejaVu Sans"/>
                <a:cs typeface="DejaVu Sans"/>
              </a:defRPr>
            </a:lvl3pPr>
            <a:lvl4pPr>
              <a:defRPr sz="1050" b="0">
                <a:solidFill>
                  <a:srgbClr val="59717F"/>
                </a:solidFill>
                <a:latin typeface="DejaVu Sans"/>
                <a:ea typeface="DejaVu Sans"/>
                <a:cs typeface="DejaVu Sans"/>
              </a:defRPr>
            </a:lvl4pPr>
            <a:lvl5pPr>
              <a:defRPr sz="1050" b="0">
                <a:solidFill>
                  <a:srgbClr val="59717F"/>
                </a:solidFill>
                <a:latin typeface="DejaVu Sans"/>
                <a:ea typeface="DejaVu Sans"/>
                <a:cs typeface="DejaVu Sans"/>
              </a:defRPr>
            </a:lvl5pPr>
            <a:lvl6pPr>
              <a:defRPr sz="1050" b="0">
                <a:solidFill>
                  <a:srgbClr val="59717F"/>
                </a:solidFill>
                <a:latin typeface="DejaVu Sans"/>
                <a:ea typeface="DejaVu Sans"/>
                <a:cs typeface="DejaVu Sans"/>
              </a:defRPr>
            </a:lvl6pPr>
            <a:lvl7pPr>
              <a:defRPr sz="1050" b="0">
                <a:solidFill>
                  <a:srgbClr val="59717F"/>
                </a:solidFill>
                <a:latin typeface="DejaVu Sans"/>
                <a:ea typeface="DejaVu Sans"/>
                <a:cs typeface="DejaVu Sans"/>
              </a:defRPr>
            </a:lvl7pPr>
            <a:lvl8pPr>
              <a:defRPr sz="1050" b="0">
                <a:solidFill>
                  <a:srgbClr val="59717F"/>
                </a:solidFill>
                <a:latin typeface="DejaVu Sans"/>
                <a:ea typeface="DejaVu Sans"/>
                <a:cs typeface="DejaVu Sans"/>
              </a:defRPr>
            </a:lvl8pPr>
            <a:lvl9pPr>
              <a:defRPr sz="1050" b="0">
                <a:solidFill>
                  <a:srgbClr val="59717F"/>
                </a:solidFill>
                <a:latin typeface="DejaVu Sans"/>
                <a:ea typeface="DejaVu Sans"/>
                <a:cs typeface="DejaVu Sans"/>
              </a:defRPr>
            </a:lvl9pPr>
          </a:lstStyle>
          <a:p xmlns:a="http://schemas.openxmlformats.org/drawingml/2006/main">
            <a:pPr>
              <a:defRPr sz="1050" b="0">
                <a:solidFill>
                  <a:srgbClr val="59717F"/>
                </a:solidFill>
                <a:latin typeface="DejaVu Sans"/>
                <a:ea typeface="DejaVu Sans"/>
                <a:cs typeface="DejaVu Sans"/>
              </a:defRPr>
            </a:pPr>
            <a:r>
              <a:rPr sz="1050" b="0">
                <a:solidFill>
                  <a:srgbClr val="59717F"/>
                </a:solidFill>
                <a:latin typeface="DejaVu Sans"/>
                <a:ea typeface="DejaVu Sans"/>
                <a:cs typeface="DejaVu Sans"/>
              </a:rPr>
              <a:t>13</a:t>
            </a:r>
          </a:p>
        </p:txBody>
      </p:sp>
      <p:sp>
        <p:nvSpPr>
          <p:cNvPr id="4" name="">
            <a:extLst xmlns:a="http://schemas.openxmlformats.org/drawingml/2006/main">
              <a:ext uri="{FF2B5EF4-FFF2-40B4-BE49-F238E27FC236}">
                <a16:creationId xmlns:a16="http://schemas.microsoft.com/office/drawing/2014/main" id="{181C6B37-8337-4B6E-A76B-C0D7DC60F358}"/>
              </a:ext>
            </a:extLst>
          </p:cNvPr>
          <p:cNvSpPr>
            <a:spLocks xmlns:a="http://schemas.openxmlformats.org/drawingml/2006/main" noGrp="1"/>
          </p:cNvSpPr>
          <p:nvPr/>
        </p:nvSpPr>
        <p:spPr>
          <a:xfrm xmlns:a="http://schemas.openxmlformats.org/drawingml/2006/main">
            <a:off x="571500" y="1571625"/>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087F8C"/>
                </a:solidFill>
                <a:latin typeface="DejaVu Sans"/>
                <a:ea typeface="DejaVu Sans"/>
                <a:cs typeface="DejaVu Sans"/>
              </a:defRPr>
            </a:defPPr>
            <a:lvl1pPr>
              <a:defRPr sz="3300" b="1">
                <a:solidFill>
                  <a:srgbClr val="087F8C"/>
                </a:solidFill>
                <a:latin typeface="DejaVu Sans"/>
                <a:ea typeface="DejaVu Sans"/>
                <a:cs typeface="DejaVu Sans"/>
              </a:defRPr>
            </a:lvl1pPr>
            <a:lvl2pPr>
              <a:defRPr sz="3300" b="1">
                <a:solidFill>
                  <a:srgbClr val="087F8C"/>
                </a:solidFill>
                <a:latin typeface="DejaVu Sans"/>
                <a:ea typeface="DejaVu Sans"/>
                <a:cs typeface="DejaVu Sans"/>
              </a:defRPr>
            </a:lvl2pPr>
            <a:lvl3pPr>
              <a:defRPr sz="3300" b="1">
                <a:solidFill>
                  <a:srgbClr val="087F8C"/>
                </a:solidFill>
                <a:latin typeface="DejaVu Sans"/>
                <a:ea typeface="DejaVu Sans"/>
                <a:cs typeface="DejaVu Sans"/>
              </a:defRPr>
            </a:lvl3pPr>
            <a:lvl4pPr>
              <a:defRPr sz="3300" b="1">
                <a:solidFill>
                  <a:srgbClr val="087F8C"/>
                </a:solidFill>
                <a:latin typeface="DejaVu Sans"/>
                <a:ea typeface="DejaVu Sans"/>
                <a:cs typeface="DejaVu Sans"/>
              </a:defRPr>
            </a:lvl4pPr>
            <a:lvl5pPr>
              <a:defRPr sz="3300" b="1">
                <a:solidFill>
                  <a:srgbClr val="087F8C"/>
                </a:solidFill>
                <a:latin typeface="DejaVu Sans"/>
                <a:ea typeface="DejaVu Sans"/>
                <a:cs typeface="DejaVu Sans"/>
              </a:defRPr>
            </a:lvl5pPr>
            <a:lvl6pPr>
              <a:defRPr sz="3300" b="1">
                <a:solidFill>
                  <a:srgbClr val="087F8C"/>
                </a:solidFill>
                <a:latin typeface="DejaVu Sans"/>
                <a:ea typeface="DejaVu Sans"/>
                <a:cs typeface="DejaVu Sans"/>
              </a:defRPr>
            </a:lvl6pPr>
            <a:lvl7pPr>
              <a:defRPr sz="3300" b="1">
                <a:solidFill>
                  <a:srgbClr val="087F8C"/>
                </a:solidFill>
                <a:latin typeface="DejaVu Sans"/>
                <a:ea typeface="DejaVu Sans"/>
                <a:cs typeface="DejaVu Sans"/>
              </a:defRPr>
            </a:lvl7pPr>
            <a:lvl8pPr>
              <a:defRPr sz="3300" b="1">
                <a:solidFill>
                  <a:srgbClr val="087F8C"/>
                </a:solidFill>
                <a:latin typeface="DejaVu Sans"/>
                <a:ea typeface="DejaVu Sans"/>
                <a:cs typeface="DejaVu Sans"/>
              </a:defRPr>
            </a:lvl8pPr>
            <a:lvl9pPr>
              <a:defRPr sz="3300" b="1">
                <a:solidFill>
                  <a:srgbClr val="087F8C"/>
                </a:solidFill>
                <a:latin typeface="DejaVu Sans"/>
                <a:ea typeface="DejaVu Sans"/>
                <a:cs typeface="DejaVu Sans"/>
              </a:defRPr>
            </a:lvl9pPr>
          </a:lstStyle>
          <a:p xmlns:a="http://schemas.openxmlformats.org/drawingml/2006/main">
            <a:pPr>
              <a:defRPr sz="3300" b="1">
                <a:solidFill>
                  <a:srgbClr val="087F8C"/>
                </a:solidFill>
                <a:latin typeface="DejaVu Sans"/>
                <a:ea typeface="DejaVu Sans"/>
                <a:cs typeface="DejaVu Sans"/>
              </a:defRPr>
            </a:pPr>
            <a:r>
              <a:rPr sz="3300" b="1">
                <a:solidFill>
                  <a:srgbClr val="087F8C"/>
                </a:solidFill>
                <a:latin typeface="DejaVu Sans"/>
                <a:ea typeface="DejaVu Sans"/>
                <a:cs typeface="DejaVu Sans"/>
              </a:rPr>
              <a:t>No GPU. No paid API.</a:t>
            </a:r>
          </a:p>
        </p:txBody>
      </p:sp>
      <p:graphicFrame>
        <p:nvGraphicFramePr>
          <p:cNvPr id="5" name="">
            <a:extLst xmlns:a="http://schemas.openxmlformats.org/drawingml/2006/main">
              <a:ext uri="{FF2B5EF4-FFF2-40B4-BE49-F238E27FC236}">
                <a16:creationId xmlns:a16="http://schemas.microsoft.com/office/drawing/2014/main" id="{1A5F38F0-7367-4D67-B8B6-E5FE70E3B620}"/>
              </a:ext>
            </a:extLst>
          </p:cNvPr>
          <p:cNvGraphicFramePr/>
          <p:nvPr/>
        </p:nvGraphicFramePr>
        <p:xfrm>
          <a:off xmlns:a="http://schemas.openxmlformats.org/drawingml/2006/main" x="571500" y="2524125"/>
          <a:ext xmlns:a="http://schemas.openxmlformats.org/drawingml/2006/main" cx="11049000" cy="2571750"/>
        </p:xfrm>
        <a:graphic xmlns:a="http://schemas.openxmlformats.org/drawingml/2006/main">
          <a:graphicData uri="http://schemas.openxmlformats.org/drawingml/2006/table">
            <a:tbl>
              <a:tblPr/>
              <a:tblGrid>
                <a:gridCol w="3143250"/>
                <a:gridCol w="7905750"/>
              </a:tblGrid>
              <a:tr h="514350">
                <a:tc>
                  <a:txBody>
                    <a:bodyPr lIns="114300" tIns="114300" rIns="114300" bIns="114300"/>
                    <a:lstStyle/>
                    <a:p>
                      <a:r>
                        <a:rPr sz="1500" b="1">
                          <a:solidFill>
                            <a:srgbClr val="FFFFFF"/>
                          </a:solidFill>
                          <a:latin typeface="DejaVu Sans"/>
                          <a:ea typeface="DejaVu Sans"/>
                          <a:cs typeface="DejaVu Sans"/>
                        </a:rPr>
                        <a:t>Component</a:t>
                      </a:r>
                    </a:p>
                  </a:txBody>
                  <a:tcPr marL="91440" marR="91440" marT="45720" marB="45720">
                    <a:solidFill>
                      <a:srgbClr val="10283D"/>
                    </a:solidFill>
                  </a:tcPr>
                </a:tc>
                <a:tc>
                  <a:txBody>
                    <a:bodyPr lIns="114300" tIns="114300" rIns="114300" bIns="114300"/>
                    <a:lstStyle/>
                    <a:p>
                      <a:r>
                        <a:rPr sz="1500" b="1">
                          <a:solidFill>
                            <a:srgbClr val="FFFFFF"/>
                          </a:solidFill>
                          <a:latin typeface="DejaVu Sans"/>
                          <a:ea typeface="DejaVu Sans"/>
                          <a:cs typeface="DejaVu Sans"/>
                        </a:rPr>
                        <a:t>Implementation</a:t>
                      </a:r>
                    </a:p>
                  </a:txBody>
                  <a:tcPr marL="91440" marR="91440" marT="45720" marB="45720">
                    <a:solidFill>
                      <a:srgbClr val="10283D"/>
                    </a:solidFill>
                  </a:tcPr>
                </a:tc>
              </a:tr>
              <a:tr h="514350">
                <a:tc>
                  <a:txBody>
                    <a:bodyPr lIns="114300" tIns="114300" rIns="114300" bIns="114300"/>
                    <a:lstStyle/>
                    <a:p>
                      <a:r>
                        <a:rPr sz="1575" b="0">
                          <a:solidFill>
                            <a:srgbClr val="10283D"/>
                          </a:solidFill>
                          <a:latin typeface="DejaVu Sans"/>
                          <a:ea typeface="DejaVu Sans"/>
                          <a:cs typeface="DejaVu Sans"/>
                        </a:rPr>
                        <a:t>Forecasting</a:t>
                      </a:r>
                    </a:p>
                  </a:txBody>
                  <a:tcPr marL="91440" marR="91440" marT="45720" marB="45720">
                    <a:solidFill>
                      <a:srgbClr val="FFFFFF"/>
                    </a:solidFill>
                  </a:tcPr>
                </a:tc>
                <a:tc>
                  <a:txBody>
                    <a:bodyPr lIns="114300" tIns="114300" rIns="114300" bIns="114300"/>
                    <a:lstStyle/>
                    <a:p>
                      <a:r>
                        <a:rPr sz="1575" b="0">
                          <a:solidFill>
                            <a:srgbClr val="10283D"/>
                          </a:solidFill>
                          <a:latin typeface="DejaVu Sans"/>
                          <a:ea typeface="DejaVu Sans"/>
                          <a:cs typeface="DejaVu Sans"/>
                        </a:rPr>
                        <a:t>Python + scikit-learn histogram gradient boosting</a:t>
                      </a:r>
                    </a:p>
                  </a:txBody>
                  <a:tcPr marL="91440" marR="91440" marT="45720" marB="45720">
                    <a:solidFill>
                      <a:srgbClr val="FFFFFF"/>
                    </a:solidFill>
                  </a:tcPr>
                </a:tc>
              </a:tr>
              <a:tr h="514350">
                <a:tc>
                  <a:txBody>
                    <a:bodyPr lIns="114300" tIns="114300" rIns="114300" bIns="114300"/>
                    <a:lstStyle/>
                    <a:p>
                      <a:r>
                        <a:rPr sz="1575" b="0">
                          <a:solidFill>
                            <a:srgbClr val="10283D"/>
                          </a:solidFill>
                          <a:latin typeface="DejaVu Sans"/>
                          <a:ea typeface="DejaVu Sans"/>
                          <a:cs typeface="DejaVu Sans"/>
                        </a:rPr>
                        <a:t>State update</a:t>
                      </a:r>
                    </a:p>
                  </a:txBody>
                  <a:tcPr marL="91440" marR="91440" marT="45720" marB="45720">
                    <a:solidFill>
                      <a:srgbClr val="EDF3F5"/>
                    </a:solidFill>
                  </a:tcPr>
                </a:tc>
                <a:tc>
                  <a:txBody>
                    <a:bodyPr lIns="114300" tIns="114300" rIns="114300" bIns="114300"/>
                    <a:lstStyle/>
                    <a:p>
                      <a:r>
                        <a:rPr sz="1575" b="0">
                          <a:solidFill>
                            <a:srgbClr val="10283D"/>
                          </a:solidFill>
                          <a:latin typeface="DejaVu Sans"/>
                          <a:ea typeface="DejaVu Sans"/>
                          <a:cs typeface="DejaVu Sans"/>
                        </a:rPr>
                        <a:t>Causal rolling features + delayed residual memory</a:t>
                      </a:r>
                    </a:p>
                  </a:txBody>
                  <a:tcPr marL="91440" marR="91440" marT="45720" marB="45720">
                    <a:solidFill>
                      <a:srgbClr val="EDF3F5"/>
                    </a:solidFill>
                  </a:tcPr>
                </a:tc>
              </a:tr>
              <a:tr h="514350">
                <a:tc>
                  <a:txBody>
                    <a:bodyPr lIns="114300" tIns="114300" rIns="114300" bIns="114300"/>
                    <a:lstStyle/>
                    <a:p>
                      <a:r>
                        <a:rPr sz="1575" b="0">
                          <a:solidFill>
                            <a:srgbClr val="10283D"/>
                          </a:solidFill>
                          <a:latin typeface="DejaVu Sans"/>
                          <a:ea typeface="DejaVu Sans"/>
                          <a:cs typeface="DejaVu Sans"/>
                        </a:rPr>
                        <a:t>Interface</a:t>
                      </a:r>
                    </a:p>
                  </a:txBody>
                  <a:tcPr marL="91440" marR="91440" marT="45720" marB="45720">
                    <a:solidFill>
                      <a:srgbClr val="FFFFFF"/>
                    </a:solidFill>
                  </a:tcPr>
                </a:tc>
                <a:tc>
                  <a:txBody>
                    <a:bodyPr lIns="114300" tIns="114300" rIns="114300" bIns="114300"/>
                    <a:lstStyle/>
                    <a:p>
                      <a:r>
                        <a:rPr sz="1575" b="0">
                          <a:solidFill>
                            <a:srgbClr val="10283D"/>
                          </a:solidFill>
                          <a:latin typeface="DejaVu Sans"/>
                          <a:ea typeface="DejaVu Sans"/>
                          <a:cs typeface="DejaVu Sans"/>
                        </a:rPr>
                        <a:t>Local Python server + HTML/CSS/JavaScript</a:t>
                      </a:r>
                    </a:p>
                  </a:txBody>
                  <a:tcPr marL="91440" marR="91440" marT="45720" marB="45720">
                    <a:solidFill>
                      <a:srgbClr val="FFFFFF"/>
                    </a:solidFill>
                  </a:tcPr>
                </a:tc>
              </a:tr>
              <a:tr h="514350">
                <a:tc>
                  <a:txBody>
                    <a:bodyPr lIns="114300" tIns="114300" rIns="114300" bIns="114300"/>
                    <a:lstStyle/>
                    <a:p>
                      <a:r>
                        <a:rPr sz="1575" b="0">
                          <a:solidFill>
                            <a:srgbClr val="10283D"/>
                          </a:solidFill>
                          <a:latin typeface="DejaVu Sans"/>
                          <a:ea typeface="DejaVu Sans"/>
                          <a:cs typeface="DejaVu Sans"/>
                        </a:rPr>
                        <a:t>Reproduction</a:t>
                      </a:r>
                    </a:p>
                  </a:txBody>
                  <a:tcPr marL="91440" marR="91440" marT="45720" marB="45720">
                    <a:solidFill>
                      <a:srgbClr val="EDF3F5"/>
                    </a:solidFill>
                  </a:tcPr>
                </a:tc>
                <a:tc>
                  <a:txBody>
                    <a:bodyPr lIns="114300" tIns="114300" rIns="114300" bIns="114300"/>
                    <a:lstStyle/>
                    <a:p>
                      <a:r>
                        <a:rPr sz="1575" b="0">
                          <a:solidFill>
                            <a:srgbClr val="10283D"/>
                          </a:solidFill>
                          <a:latin typeface="DejaVu Sans"/>
                          <a:ea typeface="DejaVu Sans"/>
                          <a:cs typeface="DejaVu Sans"/>
                        </a:rPr>
                        <a:t>Source CSVs, trained model, exact splits and tests</a:t>
                      </a:r>
                    </a:p>
                  </a:txBody>
                  <a:tcPr marL="91440" marR="91440" marT="45720" marB="45720">
                    <a:solidFill>
                      <a:srgbClr val="EDF3F5"/>
                    </a:solidFill>
                  </a:tcPr>
                </a:tc>
              </a:tr>
            </a:tbl>
          </a:graphicData>
        </a:graphic>
      </p:graphicFrame>
      <p:sp>
        <p:nvSpPr>
          <p:cNvPr id="6" name="">
            <a:extLst xmlns:a="http://schemas.openxmlformats.org/drawingml/2006/main">
              <a:ext uri="{FF2B5EF4-FFF2-40B4-BE49-F238E27FC236}">
                <a16:creationId xmlns:a16="http://schemas.microsoft.com/office/drawing/2014/main" id="{9AB00225-9442-4182-A693-439E699C02DF}"/>
              </a:ext>
            </a:extLst>
          </p:cNvPr>
          <p:cNvSpPr>
            <a:spLocks xmlns:a="http://schemas.openxmlformats.org/drawingml/2006/main" noGrp="1"/>
          </p:cNvSpPr>
          <p:nvPr/>
        </p:nvSpPr>
        <p:spPr>
          <a:xfrm xmlns:a="http://schemas.openxmlformats.org/drawingml/2006/main">
            <a:off x="571500" y="5448300"/>
            <a:ext cx="523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0283D"/>
                </a:solidFill>
                <a:latin typeface="DejaVu Sans"/>
                <a:ea typeface="DejaVu Sans"/>
                <a:cs typeface="DejaVu Sans"/>
              </a:defRPr>
            </a:defPPr>
            <a:lvl1pPr>
              <a:defRPr sz="2175" b="1">
                <a:solidFill>
                  <a:srgbClr val="10283D"/>
                </a:solidFill>
                <a:latin typeface="DejaVu Sans"/>
                <a:ea typeface="DejaVu Sans"/>
                <a:cs typeface="DejaVu Sans"/>
              </a:defRPr>
            </a:lvl1pPr>
            <a:lvl2pPr>
              <a:defRPr sz="2175" b="1">
                <a:solidFill>
                  <a:srgbClr val="10283D"/>
                </a:solidFill>
                <a:latin typeface="DejaVu Sans"/>
                <a:ea typeface="DejaVu Sans"/>
                <a:cs typeface="DejaVu Sans"/>
              </a:defRPr>
            </a:lvl2pPr>
            <a:lvl3pPr>
              <a:defRPr sz="2175" b="1">
                <a:solidFill>
                  <a:srgbClr val="10283D"/>
                </a:solidFill>
                <a:latin typeface="DejaVu Sans"/>
                <a:ea typeface="DejaVu Sans"/>
                <a:cs typeface="DejaVu Sans"/>
              </a:defRPr>
            </a:lvl3pPr>
            <a:lvl4pPr>
              <a:defRPr sz="2175" b="1">
                <a:solidFill>
                  <a:srgbClr val="10283D"/>
                </a:solidFill>
                <a:latin typeface="DejaVu Sans"/>
                <a:ea typeface="DejaVu Sans"/>
                <a:cs typeface="DejaVu Sans"/>
              </a:defRPr>
            </a:lvl4pPr>
            <a:lvl5pPr>
              <a:defRPr sz="2175" b="1">
                <a:solidFill>
                  <a:srgbClr val="10283D"/>
                </a:solidFill>
                <a:latin typeface="DejaVu Sans"/>
                <a:ea typeface="DejaVu Sans"/>
                <a:cs typeface="DejaVu Sans"/>
              </a:defRPr>
            </a:lvl5pPr>
            <a:lvl6pPr>
              <a:defRPr sz="2175" b="1">
                <a:solidFill>
                  <a:srgbClr val="10283D"/>
                </a:solidFill>
                <a:latin typeface="DejaVu Sans"/>
                <a:ea typeface="DejaVu Sans"/>
                <a:cs typeface="DejaVu Sans"/>
              </a:defRPr>
            </a:lvl6pPr>
            <a:lvl7pPr>
              <a:defRPr sz="2175" b="1">
                <a:solidFill>
                  <a:srgbClr val="10283D"/>
                </a:solidFill>
                <a:latin typeface="DejaVu Sans"/>
                <a:ea typeface="DejaVu Sans"/>
                <a:cs typeface="DejaVu Sans"/>
              </a:defRPr>
            </a:lvl7pPr>
            <a:lvl8pPr>
              <a:defRPr sz="2175" b="1">
                <a:solidFill>
                  <a:srgbClr val="10283D"/>
                </a:solidFill>
                <a:latin typeface="DejaVu Sans"/>
                <a:ea typeface="DejaVu Sans"/>
                <a:cs typeface="DejaVu Sans"/>
              </a:defRPr>
            </a:lvl8pPr>
            <a:lvl9pPr>
              <a:defRPr sz="2175" b="1">
                <a:solidFill>
                  <a:srgbClr val="10283D"/>
                </a:solidFill>
                <a:latin typeface="DejaVu Sans"/>
                <a:ea typeface="DejaVu Sans"/>
                <a:cs typeface="DejaVu Sans"/>
              </a:defRPr>
            </a:lvl9pPr>
          </a:lstStyle>
          <a:p xmlns:a="http://schemas.openxmlformats.org/drawingml/2006/main">
            <a:pPr>
              <a:defRPr sz="2175" b="1">
                <a:solidFill>
                  <a:srgbClr val="10283D"/>
                </a:solidFill>
                <a:latin typeface="DejaVu Sans"/>
                <a:ea typeface="DejaVu Sans"/>
                <a:cs typeface="DejaVu Sans"/>
              </a:defRPr>
            </a:pPr>
            <a:r>
              <a:rPr sz="2175" b="1">
                <a:solidFill>
                  <a:srgbClr val="10283D"/>
                </a:solidFill>
                <a:latin typeface="DejaVu Sans"/>
                <a:ea typeface="DejaVu Sans"/>
                <a:cs typeface="DejaVu Sans"/>
              </a:rPr>
              <a:t>12 core tests passed</a:t>
            </a:r>
          </a:p>
        </p:txBody>
      </p:sp>
      <p:sp>
        <p:nvSpPr>
          <p:cNvPr id="7" name="">
            <a:extLst xmlns:a="http://schemas.openxmlformats.org/drawingml/2006/main">
              <a:ext uri="{FF2B5EF4-FFF2-40B4-BE49-F238E27FC236}">
                <a16:creationId xmlns:a16="http://schemas.microsoft.com/office/drawing/2014/main" id="{F70C9817-F0A2-43F9-82A3-0A6DC0AE3CB0}"/>
              </a:ext>
            </a:extLst>
          </p:cNvPr>
          <p:cNvSpPr>
            <a:spLocks xmlns:a="http://schemas.openxmlformats.org/drawingml/2006/main" noGrp="1"/>
          </p:cNvSpPr>
          <p:nvPr/>
        </p:nvSpPr>
        <p:spPr>
          <a:xfrm xmlns:a="http://schemas.openxmlformats.org/drawingml/2006/main">
            <a:off x="6191250" y="5448300"/>
            <a:ext cx="5429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10283D"/>
                </a:solidFill>
                <a:latin typeface="DejaVu Sans"/>
                <a:ea typeface="DejaVu Sans"/>
                <a:cs typeface="DejaVu Sans"/>
              </a:defRPr>
            </a:defPPr>
            <a:lvl1pPr>
              <a:defRPr sz="2025" b="1">
                <a:solidFill>
                  <a:srgbClr val="10283D"/>
                </a:solidFill>
                <a:latin typeface="DejaVu Sans"/>
                <a:ea typeface="DejaVu Sans"/>
                <a:cs typeface="DejaVu Sans"/>
              </a:defRPr>
            </a:lvl1pPr>
            <a:lvl2pPr>
              <a:defRPr sz="2025" b="1">
                <a:solidFill>
                  <a:srgbClr val="10283D"/>
                </a:solidFill>
                <a:latin typeface="DejaVu Sans"/>
                <a:ea typeface="DejaVu Sans"/>
                <a:cs typeface="DejaVu Sans"/>
              </a:defRPr>
            </a:lvl2pPr>
            <a:lvl3pPr>
              <a:defRPr sz="2025" b="1">
                <a:solidFill>
                  <a:srgbClr val="10283D"/>
                </a:solidFill>
                <a:latin typeface="DejaVu Sans"/>
                <a:ea typeface="DejaVu Sans"/>
                <a:cs typeface="DejaVu Sans"/>
              </a:defRPr>
            </a:lvl3pPr>
            <a:lvl4pPr>
              <a:defRPr sz="2025" b="1">
                <a:solidFill>
                  <a:srgbClr val="10283D"/>
                </a:solidFill>
                <a:latin typeface="DejaVu Sans"/>
                <a:ea typeface="DejaVu Sans"/>
                <a:cs typeface="DejaVu Sans"/>
              </a:defRPr>
            </a:lvl4pPr>
            <a:lvl5pPr>
              <a:defRPr sz="2025" b="1">
                <a:solidFill>
                  <a:srgbClr val="10283D"/>
                </a:solidFill>
                <a:latin typeface="DejaVu Sans"/>
                <a:ea typeface="DejaVu Sans"/>
                <a:cs typeface="DejaVu Sans"/>
              </a:defRPr>
            </a:lvl5pPr>
            <a:lvl6pPr>
              <a:defRPr sz="2025" b="1">
                <a:solidFill>
                  <a:srgbClr val="10283D"/>
                </a:solidFill>
                <a:latin typeface="DejaVu Sans"/>
                <a:ea typeface="DejaVu Sans"/>
                <a:cs typeface="DejaVu Sans"/>
              </a:defRPr>
            </a:lvl6pPr>
            <a:lvl7pPr>
              <a:defRPr sz="2025" b="1">
                <a:solidFill>
                  <a:srgbClr val="10283D"/>
                </a:solidFill>
                <a:latin typeface="DejaVu Sans"/>
                <a:ea typeface="DejaVu Sans"/>
                <a:cs typeface="DejaVu Sans"/>
              </a:defRPr>
            </a:lvl7pPr>
            <a:lvl8pPr>
              <a:defRPr sz="2025" b="1">
                <a:solidFill>
                  <a:srgbClr val="10283D"/>
                </a:solidFill>
                <a:latin typeface="DejaVu Sans"/>
                <a:ea typeface="DejaVu Sans"/>
                <a:cs typeface="DejaVu Sans"/>
              </a:defRPr>
            </a:lvl8pPr>
            <a:lvl9pPr>
              <a:defRPr sz="2025" b="1">
                <a:solidFill>
                  <a:srgbClr val="10283D"/>
                </a:solidFill>
                <a:latin typeface="DejaVu Sans"/>
                <a:ea typeface="DejaVu Sans"/>
                <a:cs typeface="DejaVu Sans"/>
              </a:defRPr>
            </a:lvl9pPr>
          </a:lstStyle>
          <a:p xmlns:a="http://schemas.openxmlformats.org/drawingml/2006/main">
            <a:pPr>
              <a:defRPr sz="2025" b="1">
                <a:solidFill>
                  <a:srgbClr val="10283D"/>
                </a:solidFill>
                <a:latin typeface="DejaVu Sans"/>
                <a:ea typeface="DejaVu Sans"/>
                <a:cs typeface="DejaVu Sans"/>
              </a:defRPr>
            </a:pPr>
            <a:r>
              <a:rPr sz="2025" b="1">
                <a:solidFill>
                  <a:srgbClr val="10283D"/>
                </a:solidFill>
                <a:latin typeface="DejaVu Sans"/>
                <a:ea typeface="DejaVu Sans"/>
                <a:cs typeface="DejaVu Sans"/>
              </a:rPr>
              <a:t>Desktop and mobile interactions checked</a:t>
            </a:r>
          </a:p>
        </p:txBody>
      </p:sp>
      <p:sp>
        <p:nvSpPr>
          <p:cNvPr id="8" name="">
            <a:extLst xmlns:a="http://schemas.openxmlformats.org/drawingml/2006/main">
              <a:ext uri="{FF2B5EF4-FFF2-40B4-BE49-F238E27FC236}">
                <a16:creationId xmlns:a16="http://schemas.microsoft.com/office/drawing/2014/main" id="{61FDED6F-1217-4D1A-AA84-707049347E8A}"/>
              </a:ext>
            </a:extLst>
          </p:cNvPr>
          <p:cNvSpPr>
            <a:spLocks xmlns:a="http://schemas.openxmlformats.org/drawingml/2006/main" noGrp="1"/>
          </p:cNvSpPr>
          <p:nvPr/>
        </p:nvSpPr>
        <p:spPr>
          <a:xfrm xmlns:a="http://schemas.openxmlformats.org/drawingml/2006/main">
            <a:off x="571500" y="6029325"/>
            <a:ext cx="1104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59717F"/>
                </a:solidFill>
                <a:latin typeface="DejaVu Sans"/>
                <a:ea typeface="DejaVu Sans"/>
                <a:cs typeface="DejaVu Sans"/>
              </a:defRPr>
            </a:defPPr>
            <a:lvl1pPr>
              <a:defRPr sz="1425" b="0">
                <a:solidFill>
                  <a:srgbClr val="59717F"/>
                </a:solidFill>
                <a:latin typeface="DejaVu Sans"/>
                <a:ea typeface="DejaVu Sans"/>
                <a:cs typeface="DejaVu Sans"/>
              </a:defRPr>
            </a:lvl1pPr>
            <a:lvl2pPr>
              <a:defRPr sz="1425" b="0">
                <a:solidFill>
                  <a:srgbClr val="59717F"/>
                </a:solidFill>
                <a:latin typeface="DejaVu Sans"/>
                <a:ea typeface="DejaVu Sans"/>
                <a:cs typeface="DejaVu Sans"/>
              </a:defRPr>
            </a:lvl2pPr>
            <a:lvl3pPr>
              <a:defRPr sz="1425" b="0">
                <a:solidFill>
                  <a:srgbClr val="59717F"/>
                </a:solidFill>
                <a:latin typeface="DejaVu Sans"/>
                <a:ea typeface="DejaVu Sans"/>
                <a:cs typeface="DejaVu Sans"/>
              </a:defRPr>
            </a:lvl3pPr>
            <a:lvl4pPr>
              <a:defRPr sz="1425" b="0">
                <a:solidFill>
                  <a:srgbClr val="59717F"/>
                </a:solidFill>
                <a:latin typeface="DejaVu Sans"/>
                <a:ea typeface="DejaVu Sans"/>
                <a:cs typeface="DejaVu Sans"/>
              </a:defRPr>
            </a:lvl4pPr>
            <a:lvl5pPr>
              <a:defRPr sz="1425" b="0">
                <a:solidFill>
                  <a:srgbClr val="59717F"/>
                </a:solidFill>
                <a:latin typeface="DejaVu Sans"/>
                <a:ea typeface="DejaVu Sans"/>
                <a:cs typeface="DejaVu Sans"/>
              </a:defRPr>
            </a:lvl5pPr>
            <a:lvl6pPr>
              <a:defRPr sz="1425" b="0">
                <a:solidFill>
                  <a:srgbClr val="59717F"/>
                </a:solidFill>
                <a:latin typeface="DejaVu Sans"/>
                <a:ea typeface="DejaVu Sans"/>
                <a:cs typeface="DejaVu Sans"/>
              </a:defRPr>
            </a:lvl6pPr>
            <a:lvl7pPr>
              <a:defRPr sz="1425" b="0">
                <a:solidFill>
                  <a:srgbClr val="59717F"/>
                </a:solidFill>
                <a:latin typeface="DejaVu Sans"/>
                <a:ea typeface="DejaVu Sans"/>
                <a:cs typeface="DejaVu Sans"/>
              </a:defRPr>
            </a:lvl7pPr>
            <a:lvl8pPr>
              <a:defRPr sz="1425" b="0">
                <a:solidFill>
                  <a:srgbClr val="59717F"/>
                </a:solidFill>
                <a:latin typeface="DejaVu Sans"/>
                <a:ea typeface="DejaVu Sans"/>
                <a:cs typeface="DejaVu Sans"/>
              </a:defRPr>
            </a:lvl8pPr>
            <a:lvl9pPr>
              <a:defRPr sz="1425" b="0">
                <a:solidFill>
                  <a:srgbClr val="59717F"/>
                </a:solidFill>
                <a:latin typeface="DejaVu Sans"/>
                <a:ea typeface="DejaVu Sans"/>
                <a:cs typeface="DejaVu Sans"/>
              </a:defRPr>
            </a:lvl9pPr>
          </a:lstStyle>
          <a:p xmlns:a="http://schemas.openxmlformats.org/drawingml/2006/main">
            <a:pPr>
              <a:defRPr sz="1425" b="0">
                <a:solidFill>
                  <a:srgbClr val="59717F"/>
                </a:solidFill>
                <a:latin typeface="DejaVu Sans"/>
                <a:ea typeface="DejaVu Sans"/>
                <a:cs typeface="DejaVu Sans"/>
              </a:defRPr>
            </a:pPr>
            <a:r>
              <a:rPr sz="1425" b="0">
                <a:solidFill>
                  <a:srgbClr val="59717F"/>
                </a:solidFill>
                <a:latin typeface="DejaVu Sans"/>
                <a:ea typeface="DejaVu Sans"/>
                <a:cs typeface="DejaVu Sans"/>
              </a:rPr>
              <a:t>Training: 26.8 seconds on the build host; timing is hardware-dependent.</a:t>
            </a:r>
          </a:p>
        </p:txBody>
      </p:sp>
    </p:spTree>
    <p:extLst>
      <p:ext uri="{BB962C8B-B14F-4D97-AF65-F5344CB8AC3E}">
        <p14:creationId xmlns:p14="http://schemas.microsoft.com/office/powerpoint/2010/main" val="1146374319"/>
      </p:ext>
    </p:extLst>
  </p:cSld>
</p:sld>
</file>

<file path=ppt/slides/slide14.xml><?xml version="1.0" encoding="utf-8"?>
<p:sld xmlns:p="http://schemas.openxmlformats.org/presentationml/2006/main">
  <p:cSld>
    <p:bg>
      <p:bgPr>
        <a:solidFill xmlns:a="http://schemas.openxmlformats.org/drawingml/2006/main">
          <a:srgbClr val="10283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8EC16CF-A62F-482D-BB37-64AED0C56EF0}"/>
              </a:ext>
            </a:extLst>
          </p:cNvPr>
          <p:cNvSpPr>
            <a:spLocks xmlns:a="http://schemas.openxmlformats.org/drawingml/2006/main" noGrp="1"/>
          </p:cNvSpPr>
          <p:nvPr/>
        </p:nvSpPr>
        <p:spPr>
          <a:xfrm xmlns:a="http://schemas.openxmlformats.org/drawingml/2006/main">
            <a:off x="571500" y="400050"/>
            <a:ext cx="11049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150" b="1">
                <a:solidFill>
                  <a:srgbClr val="FFFFFF"/>
                </a:solidFill>
                <a:latin typeface="DejaVu Sans"/>
                <a:ea typeface="DejaVu Sans"/>
                <a:cs typeface="DejaVu Sans"/>
              </a:defRPr>
            </a:defPPr>
            <a:lvl1pPr>
              <a:defRPr sz="3150" b="1">
                <a:solidFill>
                  <a:srgbClr val="FFFFFF"/>
                </a:solidFill>
                <a:latin typeface="DejaVu Sans"/>
                <a:ea typeface="DejaVu Sans"/>
                <a:cs typeface="DejaVu Sans"/>
              </a:defRPr>
            </a:lvl1pPr>
            <a:lvl2pPr>
              <a:defRPr sz="3150" b="1">
                <a:solidFill>
                  <a:srgbClr val="FFFFFF"/>
                </a:solidFill>
                <a:latin typeface="DejaVu Sans"/>
                <a:ea typeface="DejaVu Sans"/>
                <a:cs typeface="DejaVu Sans"/>
              </a:defRPr>
            </a:lvl2pPr>
            <a:lvl3pPr>
              <a:defRPr sz="3150" b="1">
                <a:solidFill>
                  <a:srgbClr val="FFFFFF"/>
                </a:solidFill>
                <a:latin typeface="DejaVu Sans"/>
                <a:ea typeface="DejaVu Sans"/>
                <a:cs typeface="DejaVu Sans"/>
              </a:defRPr>
            </a:lvl3pPr>
            <a:lvl4pPr>
              <a:defRPr sz="3150" b="1">
                <a:solidFill>
                  <a:srgbClr val="FFFFFF"/>
                </a:solidFill>
                <a:latin typeface="DejaVu Sans"/>
                <a:ea typeface="DejaVu Sans"/>
                <a:cs typeface="DejaVu Sans"/>
              </a:defRPr>
            </a:lvl4pPr>
            <a:lvl5pPr>
              <a:defRPr sz="3150" b="1">
                <a:solidFill>
                  <a:srgbClr val="FFFFFF"/>
                </a:solidFill>
                <a:latin typeface="DejaVu Sans"/>
                <a:ea typeface="DejaVu Sans"/>
                <a:cs typeface="DejaVu Sans"/>
              </a:defRPr>
            </a:lvl5pPr>
            <a:lvl6pPr>
              <a:defRPr sz="3150" b="1">
                <a:solidFill>
                  <a:srgbClr val="FFFFFF"/>
                </a:solidFill>
                <a:latin typeface="DejaVu Sans"/>
                <a:ea typeface="DejaVu Sans"/>
                <a:cs typeface="DejaVu Sans"/>
              </a:defRPr>
            </a:lvl6pPr>
            <a:lvl7pPr>
              <a:defRPr sz="3150" b="1">
                <a:solidFill>
                  <a:srgbClr val="FFFFFF"/>
                </a:solidFill>
                <a:latin typeface="DejaVu Sans"/>
                <a:ea typeface="DejaVu Sans"/>
                <a:cs typeface="DejaVu Sans"/>
              </a:defRPr>
            </a:lvl7pPr>
            <a:lvl8pPr>
              <a:defRPr sz="3150" b="1">
                <a:solidFill>
                  <a:srgbClr val="FFFFFF"/>
                </a:solidFill>
                <a:latin typeface="DejaVu Sans"/>
                <a:ea typeface="DejaVu Sans"/>
                <a:cs typeface="DejaVu Sans"/>
              </a:defRPr>
            </a:lvl8pPr>
            <a:lvl9pPr>
              <a:defRPr sz="3150" b="1">
                <a:solidFill>
                  <a:srgbClr val="FFFFFF"/>
                </a:solidFill>
                <a:latin typeface="DejaVu Sans"/>
                <a:ea typeface="DejaVu Sans"/>
                <a:cs typeface="DejaVu Sans"/>
              </a:defRPr>
            </a:lvl9pPr>
          </a:lstStyle>
          <a:p xmlns:a="http://schemas.openxmlformats.org/drawingml/2006/main">
            <a:pPr>
              <a:defRPr sz="3150" b="1">
                <a:solidFill>
                  <a:srgbClr val="FFFFFF"/>
                </a:solidFill>
                <a:latin typeface="DejaVu Sans"/>
                <a:ea typeface="DejaVu Sans"/>
                <a:cs typeface="DejaVu Sans"/>
              </a:defRPr>
            </a:pPr>
            <a:r>
              <a:rPr sz="3150" b="1">
                <a:solidFill>
                  <a:srgbClr val="FFFFFF"/>
                </a:solidFill>
                <a:latin typeface="DejaVu Sans"/>
                <a:ea typeface="DejaVu Sans"/>
                <a:cs typeface="DejaVu Sans"/>
              </a:rPr>
              <a:t>What this submission establishes</a:t>
            </a:r>
          </a:p>
        </p:txBody>
      </p:sp>
      <p:sp>
        <p:nvSpPr>
          <p:cNvPr id="2" name="">
            <a:extLst xmlns:a="http://schemas.openxmlformats.org/drawingml/2006/main">
              <a:ext uri="{FF2B5EF4-FFF2-40B4-BE49-F238E27FC236}">
                <a16:creationId xmlns:a16="http://schemas.microsoft.com/office/drawing/2014/main" id="{3F737188-82FF-4596-8EF0-7C4130655868}"/>
              </a:ext>
            </a:extLst>
          </p:cNvPr>
          <p:cNvSpPr>
            <a:spLocks xmlns:a="http://schemas.openxmlformats.org/drawingml/2006/main" noGrp="1"/>
          </p:cNvSpPr>
          <p:nvPr/>
        </p:nvSpPr>
        <p:spPr>
          <a:xfrm xmlns:a="http://schemas.openxmlformats.org/drawingml/2006/main">
            <a:off x="571500" y="6448425"/>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9FB4C2"/>
                </a:solidFill>
                <a:latin typeface="DejaVu Sans"/>
                <a:ea typeface="DejaVu Sans"/>
                <a:cs typeface="DejaVu Sans"/>
              </a:defRPr>
            </a:defPPr>
            <a:lvl1pPr>
              <a:defRPr sz="1050" b="0">
                <a:solidFill>
                  <a:srgbClr val="9FB4C2"/>
                </a:solidFill>
                <a:latin typeface="DejaVu Sans"/>
                <a:ea typeface="DejaVu Sans"/>
                <a:cs typeface="DejaVu Sans"/>
              </a:defRPr>
            </a:lvl1pPr>
            <a:lvl2pPr>
              <a:defRPr sz="1050" b="0">
                <a:solidFill>
                  <a:srgbClr val="9FB4C2"/>
                </a:solidFill>
                <a:latin typeface="DejaVu Sans"/>
                <a:ea typeface="DejaVu Sans"/>
                <a:cs typeface="DejaVu Sans"/>
              </a:defRPr>
            </a:lvl2pPr>
            <a:lvl3pPr>
              <a:defRPr sz="1050" b="0">
                <a:solidFill>
                  <a:srgbClr val="9FB4C2"/>
                </a:solidFill>
                <a:latin typeface="DejaVu Sans"/>
                <a:ea typeface="DejaVu Sans"/>
                <a:cs typeface="DejaVu Sans"/>
              </a:defRPr>
            </a:lvl3pPr>
            <a:lvl4pPr>
              <a:defRPr sz="1050" b="0">
                <a:solidFill>
                  <a:srgbClr val="9FB4C2"/>
                </a:solidFill>
                <a:latin typeface="DejaVu Sans"/>
                <a:ea typeface="DejaVu Sans"/>
                <a:cs typeface="DejaVu Sans"/>
              </a:defRPr>
            </a:lvl4pPr>
            <a:lvl5pPr>
              <a:defRPr sz="1050" b="0">
                <a:solidFill>
                  <a:srgbClr val="9FB4C2"/>
                </a:solidFill>
                <a:latin typeface="DejaVu Sans"/>
                <a:ea typeface="DejaVu Sans"/>
                <a:cs typeface="DejaVu Sans"/>
              </a:defRPr>
            </a:lvl5pPr>
            <a:lvl6pPr>
              <a:defRPr sz="1050" b="0">
                <a:solidFill>
                  <a:srgbClr val="9FB4C2"/>
                </a:solidFill>
                <a:latin typeface="DejaVu Sans"/>
                <a:ea typeface="DejaVu Sans"/>
                <a:cs typeface="DejaVu Sans"/>
              </a:defRPr>
            </a:lvl6pPr>
            <a:lvl7pPr>
              <a:defRPr sz="1050" b="0">
                <a:solidFill>
                  <a:srgbClr val="9FB4C2"/>
                </a:solidFill>
                <a:latin typeface="DejaVu Sans"/>
                <a:ea typeface="DejaVu Sans"/>
                <a:cs typeface="DejaVu Sans"/>
              </a:defRPr>
            </a:lvl7pPr>
            <a:lvl8pPr>
              <a:defRPr sz="1050" b="0">
                <a:solidFill>
                  <a:srgbClr val="9FB4C2"/>
                </a:solidFill>
                <a:latin typeface="DejaVu Sans"/>
                <a:ea typeface="DejaVu Sans"/>
                <a:cs typeface="DejaVu Sans"/>
              </a:defRPr>
            </a:lvl8pPr>
            <a:lvl9pPr>
              <a:defRPr sz="1050" b="0">
                <a:solidFill>
                  <a:srgbClr val="9FB4C2"/>
                </a:solidFill>
                <a:latin typeface="DejaVu Sans"/>
                <a:ea typeface="DejaVu Sans"/>
                <a:cs typeface="DejaVu Sans"/>
              </a:defRPr>
            </a:lvl9pPr>
          </a:lstStyle>
          <a:p xmlns:a="http://schemas.openxmlformats.org/drawingml/2006/main">
            <a:pPr>
              <a:defRPr sz="1050" b="0">
                <a:solidFill>
                  <a:srgbClr val="9FB4C2"/>
                </a:solidFill>
                <a:latin typeface="DejaVu Sans"/>
                <a:ea typeface="DejaVu Sans"/>
                <a:cs typeface="DejaVu Sans"/>
              </a:defRPr>
            </a:pPr>
            <a:r>
              <a:rPr sz="1050" b="0">
                <a:solidFill>
                  <a:srgbClr val="9FB4C2"/>
                </a:solidFill>
                <a:latin typeface="DejaVu Sans"/>
                <a:ea typeface="DejaVu Sans"/>
                <a:cs typeface="DejaVu Sans"/>
              </a:rPr>
              <a:t>TEAM PRODUCT  /  IIT KANPUR</a:t>
            </a:r>
          </a:p>
        </p:txBody>
      </p:sp>
      <p:sp>
        <p:nvSpPr>
          <p:cNvPr id="3" name="">
            <a:extLst xmlns:a="http://schemas.openxmlformats.org/drawingml/2006/main">
              <a:ext uri="{FF2B5EF4-FFF2-40B4-BE49-F238E27FC236}">
                <a16:creationId xmlns:a16="http://schemas.microsoft.com/office/drawing/2014/main" id="{19D851D2-C844-4965-BE6D-C27172A93DDC}"/>
              </a:ext>
            </a:extLst>
          </p:cNvPr>
          <p:cNvSpPr>
            <a:spLocks xmlns:a="http://schemas.openxmlformats.org/drawingml/2006/main" noGrp="1"/>
          </p:cNvSpPr>
          <p:nvPr/>
        </p:nvSpPr>
        <p:spPr>
          <a:xfrm xmlns:a="http://schemas.openxmlformats.org/drawingml/2006/main">
            <a:off x="11144250" y="6448425"/>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9FB4C2"/>
                </a:solidFill>
                <a:latin typeface="DejaVu Sans"/>
                <a:ea typeface="DejaVu Sans"/>
                <a:cs typeface="DejaVu Sans"/>
              </a:defRPr>
            </a:defPPr>
            <a:lvl1pPr>
              <a:defRPr sz="1050" b="0">
                <a:solidFill>
                  <a:srgbClr val="9FB4C2"/>
                </a:solidFill>
                <a:latin typeface="DejaVu Sans"/>
                <a:ea typeface="DejaVu Sans"/>
                <a:cs typeface="DejaVu Sans"/>
              </a:defRPr>
            </a:lvl1pPr>
            <a:lvl2pPr>
              <a:defRPr sz="1050" b="0">
                <a:solidFill>
                  <a:srgbClr val="9FB4C2"/>
                </a:solidFill>
                <a:latin typeface="DejaVu Sans"/>
                <a:ea typeface="DejaVu Sans"/>
                <a:cs typeface="DejaVu Sans"/>
              </a:defRPr>
            </a:lvl2pPr>
            <a:lvl3pPr>
              <a:defRPr sz="1050" b="0">
                <a:solidFill>
                  <a:srgbClr val="9FB4C2"/>
                </a:solidFill>
                <a:latin typeface="DejaVu Sans"/>
                <a:ea typeface="DejaVu Sans"/>
                <a:cs typeface="DejaVu Sans"/>
              </a:defRPr>
            </a:lvl3pPr>
            <a:lvl4pPr>
              <a:defRPr sz="1050" b="0">
                <a:solidFill>
                  <a:srgbClr val="9FB4C2"/>
                </a:solidFill>
                <a:latin typeface="DejaVu Sans"/>
                <a:ea typeface="DejaVu Sans"/>
                <a:cs typeface="DejaVu Sans"/>
              </a:defRPr>
            </a:lvl4pPr>
            <a:lvl5pPr>
              <a:defRPr sz="1050" b="0">
                <a:solidFill>
                  <a:srgbClr val="9FB4C2"/>
                </a:solidFill>
                <a:latin typeface="DejaVu Sans"/>
                <a:ea typeface="DejaVu Sans"/>
                <a:cs typeface="DejaVu Sans"/>
              </a:defRPr>
            </a:lvl5pPr>
            <a:lvl6pPr>
              <a:defRPr sz="1050" b="0">
                <a:solidFill>
                  <a:srgbClr val="9FB4C2"/>
                </a:solidFill>
                <a:latin typeface="DejaVu Sans"/>
                <a:ea typeface="DejaVu Sans"/>
                <a:cs typeface="DejaVu Sans"/>
              </a:defRPr>
            </a:lvl6pPr>
            <a:lvl7pPr>
              <a:defRPr sz="1050" b="0">
                <a:solidFill>
                  <a:srgbClr val="9FB4C2"/>
                </a:solidFill>
                <a:latin typeface="DejaVu Sans"/>
                <a:ea typeface="DejaVu Sans"/>
                <a:cs typeface="DejaVu Sans"/>
              </a:defRPr>
            </a:lvl7pPr>
            <a:lvl8pPr>
              <a:defRPr sz="1050" b="0">
                <a:solidFill>
                  <a:srgbClr val="9FB4C2"/>
                </a:solidFill>
                <a:latin typeface="DejaVu Sans"/>
                <a:ea typeface="DejaVu Sans"/>
                <a:cs typeface="DejaVu Sans"/>
              </a:defRPr>
            </a:lvl8pPr>
            <a:lvl9pPr>
              <a:defRPr sz="1050" b="0">
                <a:solidFill>
                  <a:srgbClr val="9FB4C2"/>
                </a:solidFill>
                <a:latin typeface="DejaVu Sans"/>
                <a:ea typeface="DejaVu Sans"/>
                <a:cs typeface="DejaVu Sans"/>
              </a:defRPr>
            </a:lvl9pPr>
          </a:lstStyle>
          <a:p xmlns:a="http://schemas.openxmlformats.org/drawingml/2006/main">
            <a:pPr>
              <a:defRPr sz="1050" b="0">
                <a:solidFill>
                  <a:srgbClr val="9FB4C2"/>
                </a:solidFill>
                <a:latin typeface="DejaVu Sans"/>
                <a:ea typeface="DejaVu Sans"/>
                <a:cs typeface="DejaVu Sans"/>
              </a:defRPr>
            </a:pPr>
            <a:r>
              <a:rPr sz="1050" b="0">
                <a:solidFill>
                  <a:srgbClr val="9FB4C2"/>
                </a:solidFill>
                <a:latin typeface="DejaVu Sans"/>
                <a:ea typeface="DejaVu Sans"/>
                <a:cs typeface="DejaVu Sans"/>
              </a:rPr>
              <a:t>14</a:t>
            </a:r>
          </a:p>
        </p:txBody>
      </p:sp>
      <p:sp>
        <p:nvSpPr>
          <p:cNvPr id="4" name="">
            <a:extLst xmlns:a="http://schemas.openxmlformats.org/drawingml/2006/main">
              <a:ext uri="{FF2B5EF4-FFF2-40B4-BE49-F238E27FC236}">
                <a16:creationId xmlns:a16="http://schemas.microsoft.com/office/drawing/2014/main" id="{F171E47D-7C25-4953-AD59-293E6E1AD2B7}"/>
              </a:ext>
            </a:extLst>
          </p:cNvPr>
          <p:cNvSpPr>
            <a:spLocks xmlns:a="http://schemas.openxmlformats.org/drawingml/2006/main" noGrp="1"/>
          </p:cNvSpPr>
          <p:nvPr/>
        </p:nvSpPr>
        <p:spPr>
          <a:xfrm xmlns:a="http://schemas.openxmlformats.org/drawingml/2006/main">
            <a:off x="571500" y="1571625"/>
            <a:ext cx="1095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275" b="1">
                <a:solidFill>
                  <a:srgbClr val="FFFFFF"/>
                </a:solidFill>
                <a:latin typeface="DejaVu Sans"/>
                <a:ea typeface="DejaVu Sans"/>
                <a:cs typeface="DejaVu Sans"/>
              </a:defRPr>
            </a:defPPr>
            <a:lvl1pPr>
              <a:defRPr sz="4275" b="1">
                <a:solidFill>
                  <a:srgbClr val="FFFFFF"/>
                </a:solidFill>
                <a:latin typeface="DejaVu Sans"/>
                <a:ea typeface="DejaVu Sans"/>
                <a:cs typeface="DejaVu Sans"/>
              </a:defRPr>
            </a:lvl1pPr>
            <a:lvl2pPr>
              <a:defRPr sz="4275" b="1">
                <a:solidFill>
                  <a:srgbClr val="FFFFFF"/>
                </a:solidFill>
                <a:latin typeface="DejaVu Sans"/>
                <a:ea typeface="DejaVu Sans"/>
                <a:cs typeface="DejaVu Sans"/>
              </a:defRPr>
            </a:lvl2pPr>
            <a:lvl3pPr>
              <a:defRPr sz="4275" b="1">
                <a:solidFill>
                  <a:srgbClr val="FFFFFF"/>
                </a:solidFill>
                <a:latin typeface="DejaVu Sans"/>
                <a:ea typeface="DejaVu Sans"/>
                <a:cs typeface="DejaVu Sans"/>
              </a:defRPr>
            </a:lvl3pPr>
            <a:lvl4pPr>
              <a:defRPr sz="4275" b="1">
                <a:solidFill>
                  <a:srgbClr val="FFFFFF"/>
                </a:solidFill>
                <a:latin typeface="DejaVu Sans"/>
                <a:ea typeface="DejaVu Sans"/>
                <a:cs typeface="DejaVu Sans"/>
              </a:defRPr>
            </a:lvl4pPr>
            <a:lvl5pPr>
              <a:defRPr sz="4275" b="1">
                <a:solidFill>
                  <a:srgbClr val="FFFFFF"/>
                </a:solidFill>
                <a:latin typeface="DejaVu Sans"/>
                <a:ea typeface="DejaVu Sans"/>
                <a:cs typeface="DejaVu Sans"/>
              </a:defRPr>
            </a:lvl5pPr>
            <a:lvl6pPr>
              <a:defRPr sz="4275" b="1">
                <a:solidFill>
                  <a:srgbClr val="FFFFFF"/>
                </a:solidFill>
                <a:latin typeface="DejaVu Sans"/>
                <a:ea typeface="DejaVu Sans"/>
                <a:cs typeface="DejaVu Sans"/>
              </a:defRPr>
            </a:lvl6pPr>
            <a:lvl7pPr>
              <a:defRPr sz="4275" b="1">
                <a:solidFill>
                  <a:srgbClr val="FFFFFF"/>
                </a:solidFill>
                <a:latin typeface="DejaVu Sans"/>
                <a:ea typeface="DejaVu Sans"/>
                <a:cs typeface="DejaVu Sans"/>
              </a:defRPr>
            </a:lvl7pPr>
            <a:lvl8pPr>
              <a:defRPr sz="4275" b="1">
                <a:solidFill>
                  <a:srgbClr val="FFFFFF"/>
                </a:solidFill>
                <a:latin typeface="DejaVu Sans"/>
                <a:ea typeface="DejaVu Sans"/>
                <a:cs typeface="DejaVu Sans"/>
              </a:defRPr>
            </a:lvl8pPr>
            <a:lvl9pPr>
              <a:defRPr sz="4275" b="1">
                <a:solidFill>
                  <a:srgbClr val="FFFFFF"/>
                </a:solidFill>
                <a:latin typeface="DejaVu Sans"/>
                <a:ea typeface="DejaVu Sans"/>
                <a:cs typeface="DejaVu Sans"/>
              </a:defRPr>
            </a:lvl9pPr>
          </a:lstStyle>
          <a:p xmlns:a="http://schemas.openxmlformats.org/drawingml/2006/main">
            <a:pPr>
              <a:defRPr sz="4275" b="1">
                <a:solidFill>
                  <a:srgbClr val="FFFFFF"/>
                </a:solidFill>
                <a:latin typeface="DejaVu Sans"/>
                <a:ea typeface="DejaVu Sans"/>
                <a:cs typeface="DejaVu Sans"/>
              </a:defRPr>
            </a:pPr>
            <a:r>
              <a:rPr sz="4275" b="1">
                <a:solidFill>
                  <a:srgbClr val="FFFFFF"/>
                </a:solidFill>
                <a:latin typeface="DejaVu Sans"/>
                <a:ea typeface="DejaVu Sans"/>
                <a:cs typeface="DejaVu Sans"/>
              </a:rPr>
              <a:t>A working twin.</a:t>
            </a:r>
          </a:p>
          <a:p xmlns:a="http://schemas.openxmlformats.org/drawingml/2006/main">
            <a:pPr>
              <a:defRPr sz="4275" b="1">
                <a:solidFill>
                  <a:srgbClr val="FFFFFF"/>
                </a:solidFill>
                <a:latin typeface="DejaVu Sans"/>
                <a:ea typeface="DejaVu Sans"/>
                <a:cs typeface="DejaVu Sans"/>
              </a:defRPr>
            </a:pPr>
            <a:r>
              <a:rPr sz="4275" b="1">
                <a:solidFill>
                  <a:srgbClr val="FFFFFF"/>
                </a:solidFill>
                <a:latin typeface="DejaVu Sans"/>
                <a:ea typeface="DejaVu Sans"/>
                <a:cs typeface="DejaVu Sans"/>
              </a:rPr>
              <a:t>An auditable experiment.</a:t>
            </a:r>
          </a:p>
        </p:txBody>
      </p:sp>
      <p:sp>
        <p:nvSpPr>
          <p:cNvPr id="5" name="">
            <a:extLst xmlns:a="http://schemas.openxmlformats.org/drawingml/2006/main">
              <a:ext uri="{FF2B5EF4-FFF2-40B4-BE49-F238E27FC236}">
                <a16:creationId xmlns:a16="http://schemas.microsoft.com/office/drawing/2014/main" id="{F95A0B9F-A9C5-4C80-BFBF-7EC787D80789}"/>
              </a:ext>
            </a:extLst>
          </p:cNvPr>
          <p:cNvSpPr>
            <a:spLocks xmlns:a="http://schemas.openxmlformats.org/drawingml/2006/main" noGrp="1"/>
          </p:cNvSpPr>
          <p:nvPr/>
        </p:nvSpPr>
        <p:spPr>
          <a:xfrm xmlns:a="http://schemas.openxmlformats.org/drawingml/2006/main">
            <a:off x="571500" y="3476625"/>
            <a:ext cx="11049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0">
                <a:solidFill>
                  <a:srgbClr val="A8DBD5"/>
                </a:solidFill>
                <a:latin typeface="DejaVu Sans"/>
                <a:ea typeface="DejaVu Sans"/>
                <a:cs typeface="DejaVu Sans"/>
              </a:defRPr>
            </a:defPPr>
            <a:lvl1pPr>
              <a:defRPr sz="2325" b="0">
                <a:solidFill>
                  <a:srgbClr val="A8DBD5"/>
                </a:solidFill>
                <a:latin typeface="DejaVu Sans"/>
                <a:ea typeface="DejaVu Sans"/>
                <a:cs typeface="DejaVu Sans"/>
              </a:defRPr>
            </a:lvl1pPr>
            <a:lvl2pPr>
              <a:defRPr sz="2325" b="0">
                <a:solidFill>
                  <a:srgbClr val="A8DBD5"/>
                </a:solidFill>
                <a:latin typeface="DejaVu Sans"/>
                <a:ea typeface="DejaVu Sans"/>
                <a:cs typeface="DejaVu Sans"/>
              </a:defRPr>
            </a:lvl2pPr>
            <a:lvl3pPr>
              <a:defRPr sz="2325" b="0">
                <a:solidFill>
                  <a:srgbClr val="A8DBD5"/>
                </a:solidFill>
                <a:latin typeface="DejaVu Sans"/>
                <a:ea typeface="DejaVu Sans"/>
                <a:cs typeface="DejaVu Sans"/>
              </a:defRPr>
            </a:lvl3pPr>
            <a:lvl4pPr>
              <a:defRPr sz="2325" b="0">
                <a:solidFill>
                  <a:srgbClr val="A8DBD5"/>
                </a:solidFill>
                <a:latin typeface="DejaVu Sans"/>
                <a:ea typeface="DejaVu Sans"/>
                <a:cs typeface="DejaVu Sans"/>
              </a:defRPr>
            </a:lvl4pPr>
            <a:lvl5pPr>
              <a:defRPr sz="2325" b="0">
                <a:solidFill>
                  <a:srgbClr val="A8DBD5"/>
                </a:solidFill>
                <a:latin typeface="DejaVu Sans"/>
                <a:ea typeface="DejaVu Sans"/>
                <a:cs typeface="DejaVu Sans"/>
              </a:defRPr>
            </a:lvl5pPr>
            <a:lvl6pPr>
              <a:defRPr sz="2325" b="0">
                <a:solidFill>
                  <a:srgbClr val="A8DBD5"/>
                </a:solidFill>
                <a:latin typeface="DejaVu Sans"/>
                <a:ea typeface="DejaVu Sans"/>
                <a:cs typeface="DejaVu Sans"/>
              </a:defRPr>
            </a:lvl6pPr>
            <a:lvl7pPr>
              <a:defRPr sz="2325" b="0">
                <a:solidFill>
                  <a:srgbClr val="A8DBD5"/>
                </a:solidFill>
                <a:latin typeface="DejaVu Sans"/>
                <a:ea typeface="DejaVu Sans"/>
                <a:cs typeface="DejaVu Sans"/>
              </a:defRPr>
            </a:lvl7pPr>
            <a:lvl8pPr>
              <a:defRPr sz="2325" b="0">
                <a:solidFill>
                  <a:srgbClr val="A8DBD5"/>
                </a:solidFill>
                <a:latin typeface="DejaVu Sans"/>
                <a:ea typeface="DejaVu Sans"/>
                <a:cs typeface="DejaVu Sans"/>
              </a:defRPr>
            </a:lvl8pPr>
            <a:lvl9pPr>
              <a:defRPr sz="2325" b="0">
                <a:solidFill>
                  <a:srgbClr val="A8DBD5"/>
                </a:solidFill>
                <a:latin typeface="DejaVu Sans"/>
                <a:ea typeface="DejaVu Sans"/>
                <a:cs typeface="DejaVu Sans"/>
              </a:defRPr>
            </a:lvl9pPr>
          </a:lstStyle>
          <a:p xmlns:a="http://schemas.openxmlformats.org/drawingml/2006/main">
            <a:pPr>
              <a:defRPr sz="2325" b="0">
                <a:solidFill>
                  <a:srgbClr val="A8DBD5"/>
                </a:solidFill>
                <a:latin typeface="DejaVu Sans"/>
                <a:ea typeface="DejaVu Sans"/>
                <a:cs typeface="DejaVu Sans"/>
              </a:defRPr>
            </a:pPr>
            <a:r>
              <a:rPr sz="2325" b="0">
                <a:solidFill>
                  <a:srgbClr val="A8DBD5"/>
                </a:solidFill>
                <a:latin typeface="DejaVu Sans"/>
                <a:ea typeface="DejaVu Sans"/>
                <a:cs typeface="DejaVu Sans"/>
              </a:rPr>
              <a:t>Paired data · Evolving state · Measured forecasts</a:t>
            </a:r>
          </a:p>
          <a:p xmlns:a="http://schemas.openxmlformats.org/drawingml/2006/main">
            <a:pPr>
              <a:defRPr sz="2325" b="0">
                <a:solidFill>
                  <a:srgbClr val="A8DBD5"/>
                </a:solidFill>
                <a:latin typeface="DejaVu Sans"/>
                <a:ea typeface="DejaVu Sans"/>
                <a:cs typeface="DejaVu Sans"/>
              </a:defRPr>
            </a:pPr>
            <a:r>
              <a:rPr sz="2325" b="0">
                <a:solidFill>
                  <a:srgbClr val="A8DBD5"/>
                </a:solidFill>
                <a:latin typeface="DejaVu Sans"/>
                <a:ea typeface="DejaVu Sans"/>
                <a:cs typeface="DejaVu Sans"/>
              </a:rPr>
              <a:t>Visible uncertainty · Explicit failure handling</a:t>
            </a:r>
          </a:p>
        </p:txBody>
      </p:sp>
      <p:sp>
        <p:nvSpPr>
          <p:cNvPr id="6" name="">
            <a:extLst xmlns:a="http://schemas.openxmlformats.org/drawingml/2006/main">
              <a:ext uri="{FF2B5EF4-FFF2-40B4-BE49-F238E27FC236}">
                <a16:creationId xmlns:a16="http://schemas.microsoft.com/office/drawing/2014/main" id="{AB28960B-AADA-4D04-9865-8796E97240D3}"/>
              </a:ext>
            </a:extLst>
          </p:cNvPr>
          <p:cNvSpPr>
            <a:spLocks xmlns:a="http://schemas.openxmlformats.org/drawingml/2006/main" noGrp="1"/>
          </p:cNvSpPr>
          <p:nvPr/>
        </p:nvSpPr>
        <p:spPr>
          <a:xfrm xmlns:a="http://schemas.openxmlformats.org/drawingml/2006/main">
            <a:off x="571500" y="502920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FFFFFF"/>
                </a:solidFill>
                <a:latin typeface="DejaVu Sans"/>
                <a:ea typeface="DejaVu Sans"/>
                <a:cs typeface="DejaVu Sans"/>
              </a:defRPr>
            </a:defPPr>
            <a:lvl1pPr>
              <a:defRPr sz="2025" b="0">
                <a:solidFill>
                  <a:srgbClr val="FFFFFF"/>
                </a:solidFill>
                <a:latin typeface="DejaVu Sans"/>
                <a:ea typeface="DejaVu Sans"/>
                <a:cs typeface="DejaVu Sans"/>
              </a:defRPr>
            </a:lvl1pPr>
            <a:lvl2pPr>
              <a:defRPr sz="2025" b="0">
                <a:solidFill>
                  <a:srgbClr val="FFFFFF"/>
                </a:solidFill>
                <a:latin typeface="DejaVu Sans"/>
                <a:ea typeface="DejaVu Sans"/>
                <a:cs typeface="DejaVu Sans"/>
              </a:defRPr>
            </a:lvl2pPr>
            <a:lvl3pPr>
              <a:defRPr sz="2025" b="0">
                <a:solidFill>
                  <a:srgbClr val="FFFFFF"/>
                </a:solidFill>
                <a:latin typeface="DejaVu Sans"/>
                <a:ea typeface="DejaVu Sans"/>
                <a:cs typeface="DejaVu Sans"/>
              </a:defRPr>
            </a:lvl3pPr>
            <a:lvl4pPr>
              <a:defRPr sz="2025" b="0">
                <a:solidFill>
                  <a:srgbClr val="FFFFFF"/>
                </a:solidFill>
                <a:latin typeface="DejaVu Sans"/>
                <a:ea typeface="DejaVu Sans"/>
                <a:cs typeface="DejaVu Sans"/>
              </a:defRPr>
            </a:lvl4pPr>
            <a:lvl5pPr>
              <a:defRPr sz="2025" b="0">
                <a:solidFill>
                  <a:srgbClr val="FFFFFF"/>
                </a:solidFill>
                <a:latin typeface="DejaVu Sans"/>
                <a:ea typeface="DejaVu Sans"/>
                <a:cs typeface="DejaVu Sans"/>
              </a:defRPr>
            </a:lvl5pPr>
            <a:lvl6pPr>
              <a:defRPr sz="2025" b="0">
                <a:solidFill>
                  <a:srgbClr val="FFFFFF"/>
                </a:solidFill>
                <a:latin typeface="DejaVu Sans"/>
                <a:ea typeface="DejaVu Sans"/>
                <a:cs typeface="DejaVu Sans"/>
              </a:defRPr>
            </a:lvl6pPr>
            <a:lvl7pPr>
              <a:defRPr sz="2025" b="0">
                <a:solidFill>
                  <a:srgbClr val="FFFFFF"/>
                </a:solidFill>
                <a:latin typeface="DejaVu Sans"/>
                <a:ea typeface="DejaVu Sans"/>
                <a:cs typeface="DejaVu Sans"/>
              </a:defRPr>
            </a:lvl7pPr>
            <a:lvl8pPr>
              <a:defRPr sz="2025" b="0">
                <a:solidFill>
                  <a:srgbClr val="FFFFFF"/>
                </a:solidFill>
                <a:latin typeface="DejaVu Sans"/>
                <a:ea typeface="DejaVu Sans"/>
                <a:cs typeface="DejaVu Sans"/>
              </a:defRPr>
            </a:lvl8pPr>
            <a:lvl9pPr>
              <a:defRPr sz="2025" b="0">
                <a:solidFill>
                  <a:srgbClr val="FFFFFF"/>
                </a:solidFill>
                <a:latin typeface="DejaVu Sans"/>
                <a:ea typeface="DejaVu Sans"/>
                <a:cs typeface="DejaVu Sans"/>
              </a:defRPr>
            </a:lvl9pPr>
          </a:lstStyle>
          <a:p xmlns:a="http://schemas.openxmlformats.org/drawingml/2006/main">
            <a:pP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Next: larger Indian validation and stronger event modeling</a:t>
            </a:r>
          </a:p>
        </p:txBody>
      </p:sp>
      <p:sp>
        <p:nvSpPr>
          <p:cNvPr id="7" name="">
            <a:extLst xmlns:a="http://schemas.openxmlformats.org/drawingml/2006/main">
              <a:ext uri="{FF2B5EF4-FFF2-40B4-BE49-F238E27FC236}">
                <a16:creationId xmlns:a16="http://schemas.microsoft.com/office/drawing/2014/main" id="{0CCE0F8C-D1BF-41D3-BB2A-8D3CF01132D4}"/>
              </a:ext>
            </a:extLst>
          </p:cNvPr>
          <p:cNvSpPr>
            <a:spLocks xmlns:a="http://schemas.openxmlformats.org/drawingml/2006/main" noGrp="1"/>
          </p:cNvSpPr>
          <p:nvPr/>
        </p:nvSpPr>
        <p:spPr>
          <a:xfrm xmlns:a="http://schemas.openxmlformats.org/drawingml/2006/main">
            <a:off x="571500" y="5924550"/>
            <a:ext cx="11049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B7CBD6"/>
                </a:solidFill>
                <a:latin typeface="DejaVu Sans"/>
                <a:ea typeface="DejaVu Sans"/>
                <a:cs typeface="DejaVu Sans"/>
              </a:defRPr>
            </a:defPPr>
            <a:lvl1pPr>
              <a:defRPr sz="1650" b="0">
                <a:solidFill>
                  <a:srgbClr val="B7CBD6"/>
                </a:solidFill>
                <a:latin typeface="DejaVu Sans"/>
                <a:ea typeface="DejaVu Sans"/>
                <a:cs typeface="DejaVu Sans"/>
              </a:defRPr>
            </a:lvl1pPr>
            <a:lvl2pPr>
              <a:defRPr sz="1650" b="0">
                <a:solidFill>
                  <a:srgbClr val="B7CBD6"/>
                </a:solidFill>
                <a:latin typeface="DejaVu Sans"/>
                <a:ea typeface="DejaVu Sans"/>
                <a:cs typeface="DejaVu Sans"/>
              </a:defRPr>
            </a:lvl2pPr>
            <a:lvl3pPr>
              <a:defRPr sz="1650" b="0">
                <a:solidFill>
                  <a:srgbClr val="B7CBD6"/>
                </a:solidFill>
                <a:latin typeface="DejaVu Sans"/>
                <a:ea typeface="DejaVu Sans"/>
                <a:cs typeface="DejaVu Sans"/>
              </a:defRPr>
            </a:lvl3pPr>
            <a:lvl4pPr>
              <a:defRPr sz="1650" b="0">
                <a:solidFill>
                  <a:srgbClr val="B7CBD6"/>
                </a:solidFill>
                <a:latin typeface="DejaVu Sans"/>
                <a:ea typeface="DejaVu Sans"/>
                <a:cs typeface="DejaVu Sans"/>
              </a:defRPr>
            </a:lvl4pPr>
            <a:lvl5pPr>
              <a:defRPr sz="1650" b="0">
                <a:solidFill>
                  <a:srgbClr val="B7CBD6"/>
                </a:solidFill>
                <a:latin typeface="DejaVu Sans"/>
                <a:ea typeface="DejaVu Sans"/>
                <a:cs typeface="DejaVu Sans"/>
              </a:defRPr>
            </a:lvl5pPr>
            <a:lvl6pPr>
              <a:defRPr sz="1650" b="0">
                <a:solidFill>
                  <a:srgbClr val="B7CBD6"/>
                </a:solidFill>
                <a:latin typeface="DejaVu Sans"/>
                <a:ea typeface="DejaVu Sans"/>
                <a:cs typeface="DejaVu Sans"/>
              </a:defRPr>
            </a:lvl6pPr>
            <a:lvl7pPr>
              <a:defRPr sz="1650" b="0">
                <a:solidFill>
                  <a:srgbClr val="B7CBD6"/>
                </a:solidFill>
                <a:latin typeface="DejaVu Sans"/>
                <a:ea typeface="DejaVu Sans"/>
                <a:cs typeface="DejaVu Sans"/>
              </a:defRPr>
            </a:lvl7pPr>
            <a:lvl8pPr>
              <a:defRPr sz="1650" b="0">
                <a:solidFill>
                  <a:srgbClr val="B7CBD6"/>
                </a:solidFill>
                <a:latin typeface="DejaVu Sans"/>
                <a:ea typeface="DejaVu Sans"/>
                <a:cs typeface="DejaVu Sans"/>
              </a:defRPr>
            </a:lvl8pPr>
            <a:lvl9pPr>
              <a:defRPr sz="1650" b="0">
                <a:solidFill>
                  <a:srgbClr val="B7CBD6"/>
                </a:solidFill>
                <a:latin typeface="DejaVu Sans"/>
                <a:ea typeface="DejaVu Sans"/>
                <a:cs typeface="DejaVu Sans"/>
              </a:defRPr>
            </a:lvl9pPr>
          </a:lstStyle>
          <a:p xmlns:a="http://schemas.openxmlformats.org/drawingml/2006/main">
            <a:pPr>
              <a:defRPr sz="1650" b="0">
                <a:solidFill>
                  <a:srgbClr val="B7CBD6"/>
                </a:solidFill>
                <a:latin typeface="DejaVu Sans"/>
                <a:ea typeface="DejaVu Sans"/>
                <a:cs typeface="DejaVu Sans"/>
              </a:defRPr>
            </a:pPr>
            <a:r>
              <a:rPr sz="1650" b="0">
                <a:solidFill>
                  <a:srgbClr val="B7CBD6"/>
                </a:solidFill>
                <a:latin typeface="DejaVu Sans"/>
                <a:ea typeface="DejaVu Sans"/>
                <a:cs typeface="DejaVu Sans"/>
              </a:rPr>
              <a:t>Dipanshu Raj · Team product · IIT Kanpur</a:t>
            </a:r>
          </a:p>
        </p:txBody>
      </p:sp>
    </p:spTree>
    <p:extLst>
      <p:ext uri="{BB962C8B-B14F-4D97-AF65-F5344CB8AC3E}">
        <p14:creationId xmlns:p14="http://schemas.microsoft.com/office/powerpoint/2010/main" val="15860103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2026-10-24T12:35:26.7200000Z</dcterms:created>
  <dcterms:modified xsi:type="dcterms:W3CDTF">2026-10-24T12:35:26.7200000Z</dcterms:modified>
</coreProperties>
</file>